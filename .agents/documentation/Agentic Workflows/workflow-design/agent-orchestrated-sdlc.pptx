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8d0e9c41116415a" /><Relationship Type="http://schemas.openxmlformats.org/officeDocument/2006/relationships/extended-properties" Target="/docProps/app.xml" Id="R02c4559d56e44735" /><Relationship Type="http://schemas.openxmlformats.org/officeDocument/2006/relationships/officeDocument" Target="/ppt/presentation.xml" Id="Rf7d993e2deae44a7" /></Relationships>
</file>

<file path=ppt/presentation.xml><?xml version="1.0" encoding="utf-8"?>
<p:presentation xmlns:p="http://schemas.openxmlformats.org/presentationml/2006/main">
  <p:sldMasterIdLst>
    <p:sldMasterId xmlns:r="http://schemas.openxmlformats.org/officeDocument/2006/relationships" id="2147483648" r:id="R87e6ffdcb3a8450e"/>
  </p:sldMasterIdLst>
  <p:notesMasterIdLst>
    <p:notesMasterId xmlns:r="http://schemas.openxmlformats.org/officeDocument/2006/relationships" r:id="R3feaf2cd61274835"/>
  </p:notesMasterIdLst>
  <p:sldIdLst>
    <p:sldId xmlns:r="http://schemas.openxmlformats.org/officeDocument/2006/relationships" id="256" r:id="Rd2efa4fd06d94ed4"/>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7e786b7a008c4133" /><Relationship Type="http://schemas.openxmlformats.org/officeDocument/2006/relationships/slideMaster" Target="/ppt/slideMasters/slideMaster1.xml" Id="R87e6ffdcb3a8450e" /><Relationship Type="http://schemas.openxmlformats.org/officeDocument/2006/relationships/notesMaster" Target="/ppt/notesMasters/notesMaster1.xml" Id="R3feaf2cd61274835" /><Relationship Type="http://schemas.openxmlformats.org/officeDocument/2006/relationships/presProps" Target="/ppt/presProps.xml" Id="Rf90ac9e2b84f4b29" /><Relationship Type="http://schemas.openxmlformats.org/officeDocument/2006/relationships/viewProps" Target="/ppt/viewProps.xml" Id="R6238ba9b57c34f19" /><Relationship Type="http://schemas.openxmlformats.org/officeDocument/2006/relationships/tableStyles" Target="/ppt/tableStyles.xml" Id="R4a3f98205b054c66" /><Relationship Type="http://schemas.openxmlformats.org/officeDocument/2006/relationships/slide" Target="/ppt/slides/slide1.xml" Id="Rd2efa4fd06d94ed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6ccd81d41ad4f9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8fdd6e84ff84164" /><Relationship Type="http://schemas.openxmlformats.org/officeDocument/2006/relationships/notesMaster" Target="/ppt/notesMasters/notesMaster1.xml" Id="R5ebfb5da4d5f42f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product agent owns the WHY: product vision, market research, competitive benchmarking, and user feedback collection, keeping the project anchored to its goal. It hands vision and goals to the BA agent, which owns the WHAT: specs, features, and acceptance criteria. The architect agent produces ADRs and a technical decomposition; the UX agent works from the ADR to produce design specs. All three downstream planning streams feed the project planner agent, which resolves dependencies, sequences work, and attaches complexity and time estimates before writing sprint-ready items to the task backlog. The developer agent pulls from the backlog and orchestrates FE, BE and data subagents; the test agent loops failures back; the code review agent approves or requests changes; the deployment agent ships to production. Once live, real user feedback flows back to the product agent, closing the outer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df596dc7a164935"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c1022d540e64cd8" /><Relationship Type="http://schemas.openxmlformats.org/officeDocument/2006/relationships/slideLayout" Target="/ppt/slideLayouts/slideLayout1.xml" Id="R2913a0ac0fa7436a"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913a0ac0fa7436a"/>
  </p:sldLayoutIdLst>
  <p:hf sldNum="0" hdr="0" ftr="0" dt="0"/>
  <p:txStyles>
    <p:titleStyle>
      <a:lvl1pPr xmlns:a="http://schemas.openxmlformats.org/drawingml/2006/main" algn="ctr">
        <a:spcBef>
          <a:spcPts val="0"/>
        </a:spcBef>
        <a:buNone/>
        <a:defRPr sz="4400">
          <a:solidFill>
            <a:schemeClr val="tx1"/>
          </a:solidFill>
          <a:latin typeface="+mj-lt"/>
          <a:ea typeface="+mj-lt"/>
          <a:cs typeface="+mj-lt"/>
        </a:defRPr>
      </a:lvl1pPr>
    </p:titleStyle>
    <p:bodyStyle>
      <a:lvl1pPr xmlns:a="http://schemas.openxmlformats.org/drawingml/2006/main" marL="342900" indent="-342900" algn="l">
        <a:spcBef>
          <a:spcPts val="0"/>
        </a:spcBef>
        <a:buChar char="•"/>
        <a:defRPr sz="3200">
          <a:solidFill>
            <a:schemeClr val="tx1"/>
          </a:solidFill>
          <a:latin typeface="+mn-lt"/>
          <a:ea typeface="+mn-lt"/>
          <a:cs typeface="+mn-lt"/>
        </a:defRPr>
      </a:lvl1pPr>
      <a:lvl2pPr xmlns:a="http://schemas.openxmlformats.org/drawingml/2006/main" marL="742950" indent="-285750" algn="l">
        <a:spcBef>
          <a:spcPts val="0"/>
        </a:spcBef>
        <a:buChar char="–"/>
        <a:defRPr sz="2800">
          <a:solidFill>
            <a:schemeClr val="tx1"/>
          </a:solidFill>
          <a:latin typeface="+mn-lt"/>
          <a:ea typeface="+mn-lt"/>
          <a:cs typeface="+mn-lt"/>
        </a:defRPr>
      </a:lvl2pPr>
      <a:lvl3pPr xmlns:a="http://schemas.openxmlformats.org/drawingml/2006/main" marL="1143000" indent="-228600" algn="l">
        <a:spcBef>
          <a:spcPts val="0"/>
        </a:spcBef>
        <a:buChar char="•"/>
        <a:defRPr sz="2400">
          <a:solidFill>
            <a:schemeClr val="tx1"/>
          </a:solidFill>
          <a:latin typeface="+mn-lt"/>
          <a:ea typeface="+mn-lt"/>
          <a:cs typeface="+mn-lt"/>
        </a:defRPr>
      </a:lvl3pPr>
      <a:lvl4pPr xmlns:a="http://schemas.openxmlformats.org/drawingml/2006/main" marL="1600200" indent="-228600" algn="l">
        <a:spcBef>
          <a:spcPts val="0"/>
        </a:spcBef>
        <a:buChar char="–"/>
        <a:defRPr sz="2000">
          <a:solidFill>
            <a:schemeClr val="tx1"/>
          </a:solidFill>
          <a:latin typeface="+mn-lt"/>
          <a:ea typeface="+mn-lt"/>
          <a:cs typeface="+mn-lt"/>
        </a:defRPr>
      </a:lvl4pPr>
      <a:lvl5pPr xmlns:a="http://schemas.openxmlformats.org/drawingml/2006/main" marL="2057400" indent="-228600" algn="l">
        <a:spcBef>
          <a:spcPts val="0"/>
        </a:spcBef>
        <a:buChar char="»"/>
        <a:defRPr sz="2000">
          <a:solidFill>
            <a:schemeClr val="tx1"/>
          </a:solidFill>
          <a:latin typeface="+mn-lt"/>
          <a:ea typeface="+mn-lt"/>
          <a:cs typeface="+mn-lt"/>
        </a:defRPr>
      </a:lvl5pPr>
      <a:lvl6pPr xmlns:a="http://schemas.openxmlformats.org/drawingml/2006/main" marL="2514600" indent="-228600" algn="l">
        <a:spcBef>
          <a:spcPts val="0"/>
        </a:spcBef>
        <a:buChar char="•"/>
        <a:defRPr sz="2000">
          <a:solidFill>
            <a:schemeClr val="tx1"/>
          </a:solidFill>
          <a:latin typeface="+mn-lt"/>
          <a:ea typeface="+mn-lt"/>
          <a:cs typeface="+mn-lt"/>
        </a:defRPr>
      </a:lvl6pPr>
      <a:lvl7pPr xmlns:a="http://schemas.openxmlformats.org/drawingml/2006/main" marL="2971800" indent="-228600" algn="l">
        <a:spcBef>
          <a:spcPts val="0"/>
        </a:spcBef>
        <a:buChar char="•"/>
        <a:defRPr sz="2000">
          <a:solidFill>
            <a:schemeClr val="tx1"/>
          </a:solidFill>
          <a:latin typeface="+mn-lt"/>
          <a:ea typeface="+mn-lt"/>
          <a:cs typeface="+mn-lt"/>
        </a:defRPr>
      </a:lvl7pPr>
      <a:lvl8pPr xmlns:a="http://schemas.openxmlformats.org/drawingml/2006/main" marL="3429000" indent="-228600" algn="l">
        <a:spcBef>
          <a:spcPts val="0"/>
        </a:spcBef>
        <a:buChar char="•"/>
        <a:defRPr sz="2000">
          <a:solidFill>
            <a:schemeClr val="tx1"/>
          </a:solidFill>
          <a:latin typeface="+mn-lt"/>
          <a:ea typeface="+mn-lt"/>
          <a:cs typeface="+mn-lt"/>
        </a:defRPr>
      </a:lvl8pPr>
      <a:lvl9pPr xmlns:a="http://schemas.openxmlformats.org/drawingml/2006/main" marL="3886200" indent="-228600" algn="l">
        <a:spcBef>
          <a:spcPts val="0"/>
        </a:spcBef>
        <a:buChar char="•"/>
        <a:defRPr sz="20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5230d1e985c4e76" /><Relationship Type="http://schemas.openxmlformats.org/officeDocument/2006/relationships/notesSlide" Target="/ppt/notesSlides/notesSlide1.xml" Id="R9c236f8ca78e4b36"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1C205F2-AABD-4232-B672-DA6BCF7E1773}"/>
              </a:ext>
            </a:extLst>
          </p:cNvPr>
          <p:cNvSpPr>
            <a:spLocks xmlns:a="http://schemas.openxmlformats.org/drawingml/2006/main" noGrp="1"/>
          </p:cNvSpPr>
          <p:nvPr/>
        </p:nvSpPr>
        <p:spPr>
          <a:xfrm xmlns:a="http://schemas.openxmlformats.org/drawingml/2006/main">
            <a:off x="640080" y="201168"/>
            <a:ext cx="82296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2800" b="1">
                <a:solidFill>
                  <a:srgbClr val="1E2761"/>
                </a:solidFill>
                <a:latin typeface="Arial"/>
                <a:ea typeface="Arial"/>
                <a:cs typeface="Arial"/>
              </a:rPr>
              <a:t>ADLC Workflow</a:t>
            </a:r>
          </a:p>
        </p:txBody>
      </p:sp>
      <p:sp>
        <p:nvSpPr>
          <p:cNvPr id="3" name="Text 1">
            <a:extLst xmlns:a="http://schemas.openxmlformats.org/drawingml/2006/main">
              <a:ext uri="{FF2B5EF4-FFF2-40B4-BE49-F238E27FC236}">
                <a16:creationId xmlns:a16="http://schemas.microsoft.com/office/drawing/2014/main" id="{1AC0863E-E895-47FF-9401-49EBC629515A}"/>
              </a:ext>
            </a:extLst>
          </p:cNvPr>
          <p:cNvSpPr>
            <a:spLocks xmlns:a="http://schemas.openxmlformats.org/drawingml/2006/main" noGrp="1"/>
          </p:cNvSpPr>
          <p:nvPr/>
        </p:nvSpPr>
        <p:spPr>
          <a:xfrm xmlns:a="http://schemas.openxmlformats.org/drawingml/2006/main">
            <a:off x="640080" y="731520"/>
            <a:ext cx="10972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100" i="1">
                <a:solidFill>
                  <a:srgbClr val="6B7280"/>
                </a:solidFill>
                <a:latin typeface="Arial"/>
                <a:ea typeface="Arial"/>
                <a:cs typeface="Arial"/>
              </a:rPr>
              <a:t>Product definition -&gt; dependency-ordered delivery -&gt; assurance -&gt; production</a:t>
            </a:r>
          </a:p>
        </p:txBody>
      </p:sp>
      <p:sp>
        <p:nvSpPr>
          <p:cNvPr id="4" name="Shape 2">
            <a:extLst xmlns:a="http://schemas.openxmlformats.org/drawingml/2006/main">
              <a:ext uri="{FF2B5EF4-FFF2-40B4-BE49-F238E27FC236}">
                <a16:creationId xmlns:a16="http://schemas.microsoft.com/office/drawing/2014/main" id="{CE9CB3EF-0762-4DB4-9F92-2F1D04DFE9E6}"/>
              </a:ext>
            </a:extLst>
          </p:cNvPr>
          <p:cNvSpPr>
            <a:spLocks xmlns:a="http://schemas.openxmlformats.org/drawingml/2006/main" noGrp="1"/>
          </p:cNvSpPr>
          <p:nvPr/>
        </p:nvSpPr>
        <p:spPr>
          <a:xfrm xmlns:a="http://schemas.openxmlformats.org/drawingml/2006/main">
            <a:off x="640080" y="1188720"/>
            <a:ext cx="2194560" cy="731520"/>
          </a:xfrm>
          <a:prstGeom xmlns:a="http://schemas.openxmlformats.org/drawingml/2006/main" prst="roundRect">
            <a:avLst>
              <a:gd name="adj" fmla="val 10000"/>
            </a:avLst>
          </a:prstGeom>
          <a:solidFill xmlns:a="http://schemas.openxmlformats.org/drawingml/2006/main">
            <a:srgbClr val="1E2761"/>
          </a:solidFill>
        </p:spPr>
      </p:sp>
      <p:sp>
        <p:nvSpPr>
          <p:cNvPr id="5" name="Text 3">
            <a:extLst xmlns:a="http://schemas.openxmlformats.org/drawingml/2006/main">
              <a:ext uri="{FF2B5EF4-FFF2-40B4-BE49-F238E27FC236}">
                <a16:creationId xmlns:a16="http://schemas.microsoft.com/office/drawing/2014/main" id="{0CC070BA-A06B-409F-B764-ADC7EE9BCE04}"/>
              </a:ext>
            </a:extLst>
          </p:cNvPr>
          <p:cNvSpPr>
            <a:spLocks xmlns:a="http://schemas.openxmlformats.org/drawingml/2006/main" noGrp="1"/>
          </p:cNvSpPr>
          <p:nvPr/>
        </p:nvSpPr>
        <p:spPr>
          <a:xfrm xmlns:a="http://schemas.openxmlformats.org/drawingml/2006/main">
            <a:off x="640080" y="1188720"/>
            <a:ext cx="21945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12000"/>
              </a:lnSpc>
              <a:buNone/>
            </a:pPr>
            <a:r>
              <a:rPr sz="1250" b="1">
                <a:solidFill>
                  <a:srgbClr val="FFFFFF"/>
                </a:solidFill>
                <a:latin typeface="Arial"/>
                <a:ea typeface="Arial"/>
                <a:cs typeface="Arial"/>
              </a:rPr>
              <a:t>Product agent</a:t>
            </a:r>
          </a:p>
          <a:p xmlns:a="http://schemas.openxmlformats.org/drawingml/2006/main">
            <a:pPr marL="0" indent="0" algn="ctr">
              <a:lnSpc>
                <a:spcPct val="112000"/>
              </a:lnSpc>
              <a:buNone/>
            </a:pPr>
            <a:r>
              <a:rPr sz="850">
                <a:solidFill>
                  <a:srgbClr val="E5E7EB"/>
                </a:solidFill>
                <a:latin typeface="Arial"/>
                <a:ea typeface="Arial"/>
                <a:cs typeface="Arial"/>
              </a:rPr>
              <a:t>PRD + evidence</a:t>
            </a:r>
          </a:p>
        </p:txBody>
      </p:sp>
      <p:sp>
        <p:nvSpPr>
          <p:cNvPr id="6" name="Shape 4">
            <a:extLst xmlns:a="http://schemas.openxmlformats.org/drawingml/2006/main">
              <a:ext uri="{FF2B5EF4-FFF2-40B4-BE49-F238E27FC236}">
                <a16:creationId xmlns:a16="http://schemas.microsoft.com/office/drawing/2014/main" id="{0A15DC18-411A-449B-806C-3AB6C7405F0A}"/>
              </a:ext>
            </a:extLst>
          </p:cNvPr>
          <p:cNvSpPr>
            <a:spLocks xmlns:a="http://schemas.openxmlformats.org/drawingml/2006/main" noGrp="1"/>
          </p:cNvSpPr>
          <p:nvPr/>
        </p:nvSpPr>
        <p:spPr>
          <a:xfrm xmlns:a="http://schemas.openxmlformats.org/drawingml/2006/main">
            <a:off x="3429000" y="1188720"/>
            <a:ext cx="2194560" cy="731520"/>
          </a:xfrm>
          <a:prstGeom xmlns:a="http://schemas.openxmlformats.org/drawingml/2006/main" prst="roundRect">
            <a:avLst>
              <a:gd name="adj" fmla="val 10000"/>
            </a:avLst>
          </a:prstGeom>
          <a:solidFill xmlns:a="http://schemas.openxmlformats.org/drawingml/2006/main">
            <a:srgbClr val="1E2761"/>
          </a:solidFill>
        </p:spPr>
      </p:sp>
      <p:sp>
        <p:nvSpPr>
          <p:cNvPr id="7" name="Text 5">
            <a:extLst xmlns:a="http://schemas.openxmlformats.org/drawingml/2006/main">
              <a:ext uri="{FF2B5EF4-FFF2-40B4-BE49-F238E27FC236}">
                <a16:creationId xmlns:a16="http://schemas.microsoft.com/office/drawing/2014/main" id="{F50AC3D2-1EEF-4B3E-AF1A-97819BC8663B}"/>
              </a:ext>
            </a:extLst>
          </p:cNvPr>
          <p:cNvSpPr>
            <a:spLocks xmlns:a="http://schemas.openxmlformats.org/drawingml/2006/main" noGrp="1"/>
          </p:cNvSpPr>
          <p:nvPr/>
        </p:nvSpPr>
        <p:spPr>
          <a:xfrm xmlns:a="http://schemas.openxmlformats.org/drawingml/2006/main">
            <a:off x="3429000" y="1188720"/>
            <a:ext cx="21945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12000"/>
              </a:lnSpc>
              <a:buNone/>
            </a:pPr>
            <a:r>
              <a:rPr sz="1250" b="1">
                <a:solidFill>
                  <a:srgbClr val="FFFFFF"/>
                </a:solidFill>
                <a:latin typeface="Arial"/>
                <a:ea typeface="Arial"/>
                <a:cs typeface="Arial"/>
              </a:rPr>
              <a:t>BA agent</a:t>
            </a:r>
          </a:p>
          <a:p xmlns:a="http://schemas.openxmlformats.org/drawingml/2006/main">
            <a:pPr marL="0" indent="0" algn="ctr">
              <a:lnSpc>
                <a:spcPct val="112000"/>
              </a:lnSpc>
              <a:buNone/>
            </a:pPr>
            <a:r>
              <a:rPr sz="850">
                <a:solidFill>
                  <a:srgbClr val="E5E7EB"/>
                </a:solidFill>
                <a:latin typeface="Arial"/>
                <a:ea typeface="Arial"/>
                <a:cs typeface="Arial"/>
              </a:rPr>
              <a:t>Specs + acceptance criteria</a:t>
            </a:r>
          </a:p>
        </p:txBody>
      </p:sp>
      <p:sp>
        <p:nvSpPr>
          <p:cNvPr id="8" name="Shape 6">
            <a:extLst xmlns:a="http://schemas.openxmlformats.org/drawingml/2006/main">
              <a:ext uri="{FF2B5EF4-FFF2-40B4-BE49-F238E27FC236}">
                <a16:creationId xmlns:a16="http://schemas.microsoft.com/office/drawing/2014/main" id="{6D50FEE2-E43D-4361-AD10-110205FCBFC2}"/>
              </a:ext>
            </a:extLst>
          </p:cNvPr>
          <p:cNvSpPr>
            <a:spLocks xmlns:a="http://schemas.openxmlformats.org/drawingml/2006/main" noGrp="1"/>
          </p:cNvSpPr>
          <p:nvPr/>
        </p:nvSpPr>
        <p:spPr>
          <a:xfrm xmlns:a="http://schemas.openxmlformats.org/drawingml/2006/main">
            <a:off x="6217920" y="1188720"/>
            <a:ext cx="2194560" cy="731520"/>
          </a:xfrm>
          <a:prstGeom xmlns:a="http://schemas.openxmlformats.org/drawingml/2006/main" prst="roundRect">
            <a:avLst>
              <a:gd name="adj" fmla="val 10000"/>
            </a:avLst>
          </a:prstGeom>
          <a:solidFill xmlns:a="http://schemas.openxmlformats.org/drawingml/2006/main">
            <a:srgbClr val="1E2761"/>
          </a:solidFill>
        </p:spPr>
      </p:sp>
      <p:sp>
        <p:nvSpPr>
          <p:cNvPr id="9" name="Text 7">
            <a:extLst xmlns:a="http://schemas.openxmlformats.org/drawingml/2006/main">
              <a:ext uri="{FF2B5EF4-FFF2-40B4-BE49-F238E27FC236}">
                <a16:creationId xmlns:a16="http://schemas.microsoft.com/office/drawing/2014/main" id="{3862233E-66A0-457C-AD28-68CF710C34F4}"/>
              </a:ext>
            </a:extLst>
          </p:cNvPr>
          <p:cNvSpPr>
            <a:spLocks xmlns:a="http://schemas.openxmlformats.org/drawingml/2006/main" noGrp="1"/>
          </p:cNvSpPr>
          <p:nvPr/>
        </p:nvSpPr>
        <p:spPr>
          <a:xfrm xmlns:a="http://schemas.openxmlformats.org/drawingml/2006/main">
            <a:off x="6217920" y="1188720"/>
            <a:ext cx="21945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12000"/>
              </a:lnSpc>
              <a:buNone/>
            </a:pPr>
            <a:r>
              <a:rPr sz="1250" b="1">
                <a:solidFill>
                  <a:srgbClr val="FFFFFF"/>
                </a:solidFill>
                <a:latin typeface="Arial"/>
                <a:ea typeface="Arial"/>
                <a:cs typeface="Arial"/>
              </a:rPr>
              <a:t>Architect agent</a:t>
            </a:r>
          </a:p>
          <a:p xmlns:a="http://schemas.openxmlformats.org/drawingml/2006/main">
            <a:pPr marL="0" indent="0" algn="ctr">
              <a:lnSpc>
                <a:spcPct val="112000"/>
              </a:lnSpc>
              <a:buNone/>
            </a:pPr>
            <a:r>
              <a:rPr sz="850">
                <a:solidFill>
                  <a:srgbClr val="E5E7EB"/>
                </a:solidFill>
                <a:latin typeface="Arial"/>
                <a:ea typeface="Arial"/>
                <a:cs typeface="Arial"/>
              </a:rPr>
              <a:t>Auto mode + ADRs</a:t>
            </a:r>
          </a:p>
        </p:txBody>
      </p:sp>
      <p:sp>
        <p:nvSpPr>
          <p:cNvPr id="10" name="Shape 8">
            <a:extLst xmlns:a="http://schemas.openxmlformats.org/drawingml/2006/main">
              <a:ext uri="{FF2B5EF4-FFF2-40B4-BE49-F238E27FC236}">
                <a16:creationId xmlns:a16="http://schemas.microsoft.com/office/drawing/2014/main" id="{A7C8A62F-B8BF-48FA-BB33-F65DD5818FA7}"/>
              </a:ext>
            </a:extLst>
          </p:cNvPr>
          <p:cNvSpPr>
            <a:spLocks xmlns:a="http://schemas.openxmlformats.org/drawingml/2006/main" noGrp="1"/>
          </p:cNvSpPr>
          <p:nvPr/>
        </p:nvSpPr>
        <p:spPr>
          <a:xfrm xmlns:a="http://schemas.openxmlformats.org/drawingml/2006/main">
            <a:off x="9006840" y="1188720"/>
            <a:ext cx="2194560" cy="731520"/>
          </a:xfrm>
          <a:prstGeom xmlns:a="http://schemas.openxmlformats.org/drawingml/2006/main" prst="roundRect">
            <a:avLst>
              <a:gd name="adj" fmla="val 10000"/>
            </a:avLst>
          </a:prstGeom>
          <a:solidFill xmlns:a="http://schemas.openxmlformats.org/drawingml/2006/main">
            <a:srgbClr val="1E2761"/>
          </a:solidFill>
        </p:spPr>
      </p:sp>
      <p:sp>
        <p:nvSpPr>
          <p:cNvPr id="11" name="Text 9">
            <a:extLst xmlns:a="http://schemas.openxmlformats.org/drawingml/2006/main">
              <a:ext uri="{FF2B5EF4-FFF2-40B4-BE49-F238E27FC236}">
                <a16:creationId xmlns:a16="http://schemas.microsoft.com/office/drawing/2014/main" id="{3D40E625-1E8B-4865-86BB-9AE61F90C5C1}"/>
              </a:ext>
            </a:extLst>
          </p:cNvPr>
          <p:cNvSpPr>
            <a:spLocks xmlns:a="http://schemas.openxmlformats.org/drawingml/2006/main" noGrp="1"/>
          </p:cNvSpPr>
          <p:nvPr/>
        </p:nvSpPr>
        <p:spPr>
          <a:xfrm xmlns:a="http://schemas.openxmlformats.org/drawingml/2006/main">
            <a:off x="9006840" y="1188720"/>
            <a:ext cx="21945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12000"/>
              </a:lnSpc>
              <a:buNone/>
            </a:pPr>
            <a:r>
              <a:rPr sz="1250" b="1">
                <a:solidFill>
                  <a:srgbClr val="FFFFFF"/>
                </a:solidFill>
                <a:latin typeface="Arial"/>
                <a:ea typeface="Arial"/>
                <a:cs typeface="Arial"/>
              </a:rPr>
              <a:t>UX agent</a:t>
            </a:r>
          </a:p>
          <a:p xmlns:a="http://schemas.openxmlformats.org/drawingml/2006/main">
            <a:pPr marL="0" indent="0" algn="ctr">
              <a:lnSpc>
                <a:spcPct val="112000"/>
              </a:lnSpc>
              <a:buNone/>
            </a:pPr>
            <a:r>
              <a:rPr sz="850">
                <a:solidFill>
                  <a:srgbClr val="E5E7EB"/>
                </a:solidFill>
                <a:latin typeface="Arial"/>
                <a:ea typeface="Arial"/>
                <a:cs typeface="Arial"/>
              </a:rPr>
              <a:t>Design + updated specs</a:t>
            </a:r>
          </a:p>
        </p:txBody>
      </p:sp>
      <p:sp>
        <p:nvSpPr>
          <p:cNvPr id="12" name="Shape 10">
            <a:extLst xmlns:a="http://schemas.openxmlformats.org/drawingml/2006/main">
              <a:ext uri="{FF2B5EF4-FFF2-40B4-BE49-F238E27FC236}">
                <a16:creationId xmlns:a16="http://schemas.microsoft.com/office/drawing/2014/main" id="{1817BA95-1CBD-4CB9-8E08-4E1F06C8C13D}"/>
              </a:ext>
            </a:extLst>
          </p:cNvPr>
          <p:cNvSpPr>
            <a:spLocks xmlns:a="http://schemas.openxmlformats.org/drawingml/2006/main" noGrp="1"/>
          </p:cNvSpPr>
          <p:nvPr/>
        </p:nvSpPr>
        <p:spPr>
          <a:xfrm xmlns:a="http://schemas.openxmlformats.org/drawingml/2006/main">
            <a:off x="2852928" y="1554480"/>
            <a:ext cx="557784" cy="0"/>
          </a:xfrm>
          <a:prstGeom xmlns:a="http://schemas.openxmlformats.org/drawingml/2006/main" prst="line">
            <a:avLst/>
          </a:prstGeom>
          <a:noFill xmlns:a="http://schemas.openxmlformats.org/drawingml/2006/main"/>
          <a:ln xmlns:a="http://schemas.openxmlformats.org/drawingml/2006/main" w="19050">
            <a:solidFill>
              <a:srgbClr val="6B7280"/>
            </a:solidFill>
            <a:prstDash val="solid"/>
          </a:ln>
        </p:spPr>
      </p:sp>
      <p:sp>
        <p:nvSpPr>
          <p:cNvPr id="13" name="Text 11">
            <a:extLst xmlns:a="http://schemas.openxmlformats.org/drawingml/2006/main">
              <a:ext uri="{FF2B5EF4-FFF2-40B4-BE49-F238E27FC236}">
                <a16:creationId xmlns:a16="http://schemas.microsoft.com/office/drawing/2014/main" id="{77D187A6-CE97-4F06-998E-965D62F6B796}"/>
              </a:ext>
            </a:extLst>
          </p:cNvPr>
          <p:cNvSpPr>
            <a:spLocks xmlns:a="http://schemas.openxmlformats.org/drawingml/2006/main" noGrp="1"/>
          </p:cNvSpPr>
          <p:nvPr/>
        </p:nvSpPr>
        <p:spPr>
          <a:xfrm xmlns:a="http://schemas.openxmlformats.org/drawingml/2006/main">
            <a:off x="2583180" y="1271016"/>
            <a:ext cx="10972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b"/>
          <a:lstStyle xmlns:a="http://schemas.openxmlformats.org/drawingml/2006/main"/>
          <a:p xmlns:a="http://schemas.openxmlformats.org/drawingml/2006/main">
            <a:pPr marL="0" indent="0" algn="ctr">
              <a:buNone/>
            </a:pPr>
            <a:r>
              <a:rPr sz="900" i="1">
                <a:solidFill>
                  <a:srgbClr val="6B7280"/>
                </a:solidFill>
                <a:latin typeface="Arial"/>
                <a:ea typeface="Arial"/>
                <a:cs typeface="Arial"/>
              </a:rPr>
              <a:t>PRD</a:t>
            </a:r>
          </a:p>
        </p:txBody>
      </p:sp>
      <p:sp>
        <p:nvSpPr>
          <p:cNvPr id="14" name="Shape 12">
            <a:extLst xmlns:a="http://schemas.openxmlformats.org/drawingml/2006/main">
              <a:ext uri="{FF2B5EF4-FFF2-40B4-BE49-F238E27FC236}">
                <a16:creationId xmlns:a16="http://schemas.microsoft.com/office/drawing/2014/main" id="{95762149-C257-40FA-8421-B9500C962E86}"/>
              </a:ext>
            </a:extLst>
          </p:cNvPr>
          <p:cNvSpPr>
            <a:spLocks xmlns:a="http://schemas.openxmlformats.org/drawingml/2006/main" noGrp="1"/>
          </p:cNvSpPr>
          <p:nvPr/>
        </p:nvSpPr>
        <p:spPr>
          <a:xfrm xmlns:a="http://schemas.openxmlformats.org/drawingml/2006/main">
            <a:off x="5641848" y="1554480"/>
            <a:ext cx="557784" cy="0"/>
          </a:xfrm>
          <a:prstGeom xmlns:a="http://schemas.openxmlformats.org/drawingml/2006/main" prst="line">
            <a:avLst/>
          </a:prstGeom>
          <a:noFill xmlns:a="http://schemas.openxmlformats.org/drawingml/2006/main"/>
          <a:ln xmlns:a="http://schemas.openxmlformats.org/drawingml/2006/main" w="19050">
            <a:solidFill>
              <a:srgbClr val="6B7280"/>
            </a:solidFill>
            <a:prstDash val="solid"/>
          </a:ln>
        </p:spPr>
      </p:sp>
      <p:sp>
        <p:nvSpPr>
          <p:cNvPr id="15" name="Text 13">
            <a:extLst xmlns:a="http://schemas.openxmlformats.org/drawingml/2006/main">
              <a:ext uri="{FF2B5EF4-FFF2-40B4-BE49-F238E27FC236}">
                <a16:creationId xmlns:a16="http://schemas.microsoft.com/office/drawing/2014/main" id="{98FED02E-7DAB-436A-BBF1-89A3507B44BF}"/>
              </a:ext>
            </a:extLst>
          </p:cNvPr>
          <p:cNvSpPr>
            <a:spLocks xmlns:a="http://schemas.openxmlformats.org/drawingml/2006/main" noGrp="1"/>
          </p:cNvSpPr>
          <p:nvPr/>
        </p:nvSpPr>
        <p:spPr>
          <a:xfrm xmlns:a="http://schemas.openxmlformats.org/drawingml/2006/main">
            <a:off x="5372100" y="1271016"/>
            <a:ext cx="10972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b"/>
          <a:lstStyle xmlns:a="http://schemas.openxmlformats.org/drawingml/2006/main"/>
          <a:p xmlns:a="http://schemas.openxmlformats.org/drawingml/2006/main">
            <a:pPr marL="0" indent="0" algn="ctr">
              <a:buNone/>
            </a:pPr>
            <a:r>
              <a:rPr sz="900" i="1">
                <a:solidFill>
                  <a:srgbClr val="6B7280"/>
                </a:solidFill>
                <a:latin typeface="Arial"/>
                <a:ea typeface="Arial"/>
                <a:cs typeface="Arial"/>
              </a:rPr>
              <a:t>specs</a:t>
            </a:r>
          </a:p>
        </p:txBody>
      </p:sp>
      <p:sp>
        <p:nvSpPr>
          <p:cNvPr id="16" name="Shape 14">
            <a:extLst xmlns:a="http://schemas.openxmlformats.org/drawingml/2006/main">
              <a:ext uri="{FF2B5EF4-FFF2-40B4-BE49-F238E27FC236}">
                <a16:creationId xmlns:a16="http://schemas.microsoft.com/office/drawing/2014/main" id="{C38F4EE7-4188-4868-BAF3-0D44431A6838}"/>
              </a:ext>
            </a:extLst>
          </p:cNvPr>
          <p:cNvSpPr>
            <a:spLocks xmlns:a="http://schemas.openxmlformats.org/drawingml/2006/main" noGrp="1"/>
          </p:cNvSpPr>
          <p:nvPr/>
        </p:nvSpPr>
        <p:spPr>
          <a:xfrm xmlns:a="http://schemas.openxmlformats.org/drawingml/2006/main">
            <a:off x="8430768" y="1554480"/>
            <a:ext cx="557784" cy="0"/>
          </a:xfrm>
          <a:prstGeom xmlns:a="http://schemas.openxmlformats.org/drawingml/2006/main" prst="line">
            <a:avLst/>
          </a:prstGeom>
          <a:noFill xmlns:a="http://schemas.openxmlformats.org/drawingml/2006/main"/>
          <a:ln xmlns:a="http://schemas.openxmlformats.org/drawingml/2006/main" w="19050">
            <a:solidFill>
              <a:srgbClr val="6B7280"/>
            </a:solidFill>
            <a:prstDash val="solid"/>
          </a:ln>
        </p:spPr>
      </p:sp>
      <p:sp>
        <p:nvSpPr>
          <p:cNvPr id="17" name="Text 15">
            <a:extLst xmlns:a="http://schemas.openxmlformats.org/drawingml/2006/main">
              <a:ext uri="{FF2B5EF4-FFF2-40B4-BE49-F238E27FC236}">
                <a16:creationId xmlns:a16="http://schemas.microsoft.com/office/drawing/2014/main" id="{21366FC3-32BF-43BD-92B2-9F6895D2703D}"/>
              </a:ext>
            </a:extLst>
          </p:cNvPr>
          <p:cNvSpPr>
            <a:spLocks xmlns:a="http://schemas.openxmlformats.org/drawingml/2006/main" noGrp="1"/>
          </p:cNvSpPr>
          <p:nvPr/>
        </p:nvSpPr>
        <p:spPr>
          <a:xfrm xmlns:a="http://schemas.openxmlformats.org/drawingml/2006/main">
            <a:off x="8161020" y="1271016"/>
            <a:ext cx="10972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b"/>
          <a:lstStyle xmlns:a="http://schemas.openxmlformats.org/drawingml/2006/main"/>
          <a:p xmlns:a="http://schemas.openxmlformats.org/drawingml/2006/main">
            <a:pPr marL="0" indent="0" algn="ctr">
              <a:buNone/>
            </a:pPr>
            <a:r>
              <a:rPr sz="900" i="1">
                <a:solidFill>
                  <a:srgbClr val="6B7280"/>
                </a:solidFill>
                <a:latin typeface="Arial"/>
                <a:ea typeface="Arial"/>
                <a:cs typeface="Arial"/>
              </a:rPr>
              <a:t>architecture</a:t>
            </a:r>
          </a:p>
        </p:txBody>
      </p:sp>
      <p:sp>
        <p:nvSpPr>
          <p:cNvPr id="18" name="Shape 16">
            <a:extLst xmlns:a="http://schemas.openxmlformats.org/drawingml/2006/main">
              <a:ext uri="{FF2B5EF4-FFF2-40B4-BE49-F238E27FC236}">
                <a16:creationId xmlns:a16="http://schemas.microsoft.com/office/drawing/2014/main" id="{B4747F5D-57AB-40BE-9E95-9BEE936D469C}"/>
              </a:ext>
            </a:extLst>
          </p:cNvPr>
          <p:cNvSpPr>
            <a:spLocks xmlns:a="http://schemas.openxmlformats.org/drawingml/2006/main" noGrp="1"/>
          </p:cNvSpPr>
          <p:nvPr/>
        </p:nvSpPr>
        <p:spPr>
          <a:xfrm xmlns:a="http://schemas.openxmlformats.org/drawingml/2006/main">
            <a:off x="6172200" y="2432304"/>
            <a:ext cx="2286000" cy="731520"/>
          </a:xfrm>
          <a:prstGeom xmlns:a="http://schemas.openxmlformats.org/drawingml/2006/main" prst="roundRect">
            <a:avLst>
              <a:gd name="adj" fmla="val 10000"/>
            </a:avLst>
          </a:prstGeom>
          <a:solidFill xmlns:a="http://schemas.openxmlformats.org/drawingml/2006/main">
            <a:srgbClr val="1E2761"/>
          </a:solidFill>
        </p:spPr>
      </p:sp>
      <p:sp>
        <p:nvSpPr>
          <p:cNvPr id="19" name="Text 17">
            <a:extLst xmlns:a="http://schemas.openxmlformats.org/drawingml/2006/main">
              <a:ext uri="{FF2B5EF4-FFF2-40B4-BE49-F238E27FC236}">
                <a16:creationId xmlns:a16="http://schemas.microsoft.com/office/drawing/2014/main" id="{74E4814E-2D2A-484B-808E-E7813FF1E163}"/>
              </a:ext>
            </a:extLst>
          </p:cNvPr>
          <p:cNvSpPr>
            <a:spLocks xmlns:a="http://schemas.openxmlformats.org/drawingml/2006/main" noGrp="1"/>
          </p:cNvSpPr>
          <p:nvPr/>
        </p:nvSpPr>
        <p:spPr>
          <a:xfrm xmlns:a="http://schemas.openxmlformats.org/drawingml/2006/main">
            <a:off x="6172200" y="2432304"/>
            <a:ext cx="22860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12000"/>
              </a:lnSpc>
              <a:buNone/>
            </a:pPr>
            <a:r>
              <a:rPr sz="1250" b="1">
                <a:solidFill>
                  <a:srgbClr val="FFFFFF"/>
                </a:solidFill>
                <a:latin typeface="Arial"/>
                <a:ea typeface="Arial"/>
                <a:cs typeface="Arial"/>
              </a:rPr>
              <a:t>Project planner agent</a:t>
            </a:r>
          </a:p>
          <a:p xmlns:a="http://schemas.openxmlformats.org/drawingml/2006/main">
            <a:pPr marL="0" indent="0" algn="ctr">
              <a:lnSpc>
                <a:spcPct val="112000"/>
              </a:lnSpc>
              <a:buNone/>
            </a:pPr>
            <a:r>
              <a:rPr sz="850">
                <a:solidFill>
                  <a:srgbClr val="E5E7EB"/>
                </a:solidFill>
                <a:latin typeface="Arial"/>
                <a:ea typeface="Arial"/>
                <a:cs typeface="Arial"/>
              </a:rPr>
              <a:t>Sequence dependencies</a:t>
            </a:r>
          </a:p>
        </p:txBody>
      </p:sp>
      <p:sp>
        <p:nvSpPr>
          <p:cNvPr id="20" name="Shape 18">
            <a:extLst xmlns:a="http://schemas.openxmlformats.org/drawingml/2006/main">
              <a:ext uri="{FF2B5EF4-FFF2-40B4-BE49-F238E27FC236}">
                <a16:creationId xmlns:a16="http://schemas.microsoft.com/office/drawing/2014/main" id="{95BA27F7-D413-45B9-BF68-806CAF83A22A}"/>
              </a:ext>
            </a:extLst>
          </p:cNvPr>
          <p:cNvSpPr>
            <a:spLocks xmlns:a="http://schemas.openxmlformats.org/drawingml/2006/main" noGrp="1"/>
          </p:cNvSpPr>
          <p:nvPr/>
        </p:nvSpPr>
        <p:spPr>
          <a:xfrm xmlns:a="http://schemas.openxmlformats.org/drawingml/2006/main">
            <a:off x="4526280" y="1920240"/>
            <a:ext cx="0" cy="877824"/>
          </a:xfrm>
          <a:prstGeom xmlns:a="http://schemas.openxmlformats.org/drawingml/2006/main" prst="line">
            <a:avLst/>
          </a:prstGeom>
          <a:noFill xmlns:a="http://schemas.openxmlformats.org/drawingml/2006/main"/>
          <a:ln xmlns:a="http://schemas.openxmlformats.org/drawingml/2006/main" w="15875">
            <a:solidFill>
              <a:srgbClr val="6B7280"/>
            </a:solidFill>
            <a:prstDash val="solid"/>
          </a:ln>
        </p:spPr>
      </p:sp>
      <p:sp>
        <p:nvSpPr>
          <p:cNvPr id="21" name="Shape 19">
            <a:extLst xmlns:a="http://schemas.openxmlformats.org/drawingml/2006/main">
              <a:ext uri="{FF2B5EF4-FFF2-40B4-BE49-F238E27FC236}">
                <a16:creationId xmlns:a16="http://schemas.microsoft.com/office/drawing/2014/main" id="{CF331366-9B1B-475B-8D42-25FF12AF7D13}"/>
              </a:ext>
            </a:extLst>
          </p:cNvPr>
          <p:cNvSpPr>
            <a:spLocks xmlns:a="http://schemas.openxmlformats.org/drawingml/2006/main" noGrp="1"/>
          </p:cNvSpPr>
          <p:nvPr/>
        </p:nvSpPr>
        <p:spPr>
          <a:xfrm xmlns:a="http://schemas.openxmlformats.org/drawingml/2006/main">
            <a:off x="4526280" y="2798064"/>
            <a:ext cx="1627632" cy="0"/>
          </a:xfrm>
          <a:prstGeom xmlns:a="http://schemas.openxmlformats.org/drawingml/2006/main" prst="line">
            <a:avLst/>
          </a:prstGeom>
          <a:noFill xmlns:a="http://schemas.openxmlformats.org/drawingml/2006/main"/>
          <a:ln xmlns:a="http://schemas.openxmlformats.org/drawingml/2006/main" w="15875">
            <a:solidFill>
              <a:srgbClr val="6B7280"/>
            </a:solidFill>
            <a:prstDash val="solid"/>
          </a:ln>
        </p:spPr>
      </p:sp>
      <p:sp>
        <p:nvSpPr>
          <p:cNvPr id="22" name="Text 20">
            <a:extLst xmlns:a="http://schemas.openxmlformats.org/drawingml/2006/main">
              <a:ext uri="{FF2B5EF4-FFF2-40B4-BE49-F238E27FC236}">
                <a16:creationId xmlns:a16="http://schemas.microsoft.com/office/drawing/2014/main" id="{11A58961-87BC-4852-B4D7-B232661C1933}"/>
              </a:ext>
            </a:extLst>
          </p:cNvPr>
          <p:cNvSpPr>
            <a:spLocks xmlns:a="http://schemas.openxmlformats.org/drawingml/2006/main" noGrp="1"/>
          </p:cNvSpPr>
          <p:nvPr/>
        </p:nvSpPr>
        <p:spPr>
          <a:xfrm xmlns:a="http://schemas.openxmlformats.org/drawingml/2006/main">
            <a:off x="4434840" y="2514600"/>
            <a:ext cx="173736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b"/>
          <a:lstStyle xmlns:a="http://schemas.openxmlformats.org/drawingml/2006/main"/>
          <a:p xmlns:a="http://schemas.openxmlformats.org/drawingml/2006/main">
            <a:pPr marL="0" indent="0" algn="ctr">
              <a:buNone/>
            </a:pPr>
            <a:r>
              <a:rPr sz="900" i="1">
                <a:solidFill>
                  <a:srgbClr val="6B7280"/>
                </a:solidFill>
                <a:latin typeface="Arial"/>
                <a:ea typeface="Arial"/>
                <a:cs typeface="Arial"/>
              </a:rPr>
              <a:t>criteria</a:t>
            </a:r>
          </a:p>
        </p:txBody>
      </p:sp>
      <p:sp>
        <p:nvSpPr>
          <p:cNvPr id="23" name="Shape 21">
            <a:extLst xmlns:a="http://schemas.openxmlformats.org/drawingml/2006/main">
              <a:ext uri="{FF2B5EF4-FFF2-40B4-BE49-F238E27FC236}">
                <a16:creationId xmlns:a16="http://schemas.microsoft.com/office/drawing/2014/main" id="{CFA99FDC-7267-4028-B374-5509A09759E0}"/>
              </a:ext>
            </a:extLst>
          </p:cNvPr>
          <p:cNvSpPr>
            <a:spLocks xmlns:a="http://schemas.openxmlformats.org/drawingml/2006/main" noGrp="1"/>
          </p:cNvSpPr>
          <p:nvPr/>
        </p:nvSpPr>
        <p:spPr>
          <a:xfrm xmlns:a="http://schemas.openxmlformats.org/drawingml/2006/main">
            <a:off x="7315200" y="1920240"/>
            <a:ext cx="0" cy="493776"/>
          </a:xfrm>
          <a:prstGeom xmlns:a="http://schemas.openxmlformats.org/drawingml/2006/main" prst="line">
            <a:avLst/>
          </a:prstGeom>
          <a:noFill xmlns:a="http://schemas.openxmlformats.org/drawingml/2006/main"/>
          <a:ln xmlns:a="http://schemas.openxmlformats.org/drawingml/2006/main" w="15875">
            <a:solidFill>
              <a:srgbClr val="6B7280"/>
            </a:solidFill>
            <a:prstDash val="solid"/>
          </a:ln>
        </p:spPr>
      </p:sp>
      <p:sp>
        <p:nvSpPr>
          <p:cNvPr id="24" name="Text 22">
            <a:extLst xmlns:a="http://schemas.openxmlformats.org/drawingml/2006/main">
              <a:ext uri="{FF2B5EF4-FFF2-40B4-BE49-F238E27FC236}">
                <a16:creationId xmlns:a16="http://schemas.microsoft.com/office/drawing/2014/main" id="{3D0B2849-CD4A-4377-91A7-B5CD4BB96A19}"/>
              </a:ext>
            </a:extLst>
          </p:cNvPr>
          <p:cNvSpPr>
            <a:spLocks xmlns:a="http://schemas.openxmlformats.org/drawingml/2006/main" noGrp="1"/>
          </p:cNvSpPr>
          <p:nvPr/>
        </p:nvSpPr>
        <p:spPr>
          <a:xfrm xmlns:a="http://schemas.openxmlformats.org/drawingml/2006/main">
            <a:off x="7424928" y="1975104"/>
            <a:ext cx="1371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i="1">
                <a:solidFill>
                  <a:srgbClr val="6B7280"/>
                </a:solidFill>
                <a:latin typeface="Arial"/>
                <a:ea typeface="Arial"/>
                <a:cs typeface="Arial"/>
              </a:rPr>
              <a:t>dependencies</a:t>
            </a:r>
          </a:p>
        </p:txBody>
      </p:sp>
      <p:sp>
        <p:nvSpPr>
          <p:cNvPr id="25" name="Shape 23">
            <a:extLst xmlns:a="http://schemas.openxmlformats.org/drawingml/2006/main">
              <a:ext uri="{FF2B5EF4-FFF2-40B4-BE49-F238E27FC236}">
                <a16:creationId xmlns:a16="http://schemas.microsoft.com/office/drawing/2014/main" id="{18644D32-6F40-48D2-99BF-41C3D2B6EDAC}"/>
              </a:ext>
            </a:extLst>
          </p:cNvPr>
          <p:cNvSpPr>
            <a:spLocks xmlns:a="http://schemas.openxmlformats.org/drawingml/2006/main" noGrp="1"/>
          </p:cNvSpPr>
          <p:nvPr/>
        </p:nvSpPr>
        <p:spPr>
          <a:xfrm xmlns:a="http://schemas.openxmlformats.org/drawingml/2006/main">
            <a:off x="10104120" y="1920240"/>
            <a:ext cx="0" cy="877824"/>
          </a:xfrm>
          <a:prstGeom xmlns:a="http://schemas.openxmlformats.org/drawingml/2006/main" prst="line">
            <a:avLst/>
          </a:prstGeom>
          <a:noFill xmlns:a="http://schemas.openxmlformats.org/drawingml/2006/main"/>
          <a:ln xmlns:a="http://schemas.openxmlformats.org/drawingml/2006/main" w="15875">
            <a:solidFill>
              <a:srgbClr val="6B7280"/>
            </a:solidFill>
            <a:prstDash val="solid"/>
          </a:ln>
        </p:spPr>
      </p:sp>
      <p:sp>
        <p:nvSpPr>
          <p:cNvPr id="26" name="Shape 24">
            <a:extLst xmlns:a="http://schemas.openxmlformats.org/drawingml/2006/main">
              <a:ext uri="{FF2B5EF4-FFF2-40B4-BE49-F238E27FC236}">
                <a16:creationId xmlns:a16="http://schemas.microsoft.com/office/drawing/2014/main" id="{55207162-897D-4DFE-B342-43C948C28ABA}"/>
              </a:ext>
            </a:extLst>
          </p:cNvPr>
          <p:cNvSpPr>
            <a:spLocks xmlns:a="http://schemas.openxmlformats.org/drawingml/2006/main" noGrp="1"/>
          </p:cNvSpPr>
          <p:nvPr/>
        </p:nvSpPr>
        <p:spPr>
          <a:xfrm xmlns:a="http://schemas.openxmlformats.org/drawingml/2006/main">
            <a:off x="8476488" y="2798064"/>
            <a:ext cx="1627632" cy="0"/>
          </a:xfrm>
          <a:prstGeom xmlns:a="http://schemas.openxmlformats.org/drawingml/2006/main" prst="line">
            <a:avLst/>
          </a:prstGeom>
          <a:noFill xmlns:a="http://schemas.openxmlformats.org/drawingml/2006/main"/>
          <a:ln xmlns:a="http://schemas.openxmlformats.org/drawingml/2006/main" w="15875">
            <a:solidFill>
              <a:srgbClr val="6B7280"/>
            </a:solidFill>
            <a:prstDash val="solid"/>
          </a:ln>
        </p:spPr>
      </p:sp>
      <p:sp>
        <p:nvSpPr>
          <p:cNvPr id="27" name="Text 25">
            <a:extLst xmlns:a="http://schemas.openxmlformats.org/drawingml/2006/main">
              <a:ext uri="{FF2B5EF4-FFF2-40B4-BE49-F238E27FC236}">
                <a16:creationId xmlns:a16="http://schemas.microsoft.com/office/drawing/2014/main" id="{3BC88614-079E-41F7-9764-AA6FAB3FD2CD}"/>
              </a:ext>
            </a:extLst>
          </p:cNvPr>
          <p:cNvSpPr>
            <a:spLocks xmlns:a="http://schemas.openxmlformats.org/drawingml/2006/main" noGrp="1"/>
          </p:cNvSpPr>
          <p:nvPr/>
        </p:nvSpPr>
        <p:spPr>
          <a:xfrm xmlns:a="http://schemas.openxmlformats.org/drawingml/2006/main">
            <a:off x="8549640" y="2514600"/>
            <a:ext cx="146304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b"/>
          <a:lstStyle xmlns:a="http://schemas.openxmlformats.org/drawingml/2006/main"/>
          <a:p xmlns:a="http://schemas.openxmlformats.org/drawingml/2006/main">
            <a:pPr marL="0" indent="0" algn="ctr">
              <a:buNone/>
            </a:pPr>
            <a:r>
              <a:rPr sz="900" i="1">
                <a:solidFill>
                  <a:srgbClr val="6B7280"/>
                </a:solidFill>
                <a:latin typeface="Arial"/>
                <a:ea typeface="Arial"/>
                <a:cs typeface="Arial"/>
              </a:rPr>
              <a:t>design</a:t>
            </a:r>
          </a:p>
        </p:txBody>
      </p:sp>
      <p:sp>
        <p:nvSpPr>
          <p:cNvPr id="28" name="Shape 26">
            <a:extLst xmlns:a="http://schemas.openxmlformats.org/drawingml/2006/main">
              <a:ext uri="{FF2B5EF4-FFF2-40B4-BE49-F238E27FC236}">
                <a16:creationId xmlns:a16="http://schemas.microsoft.com/office/drawing/2014/main" id="{676EF516-8EF7-4444-9759-C98F9FEDA660}"/>
              </a:ext>
            </a:extLst>
          </p:cNvPr>
          <p:cNvSpPr>
            <a:spLocks xmlns:a="http://schemas.openxmlformats.org/drawingml/2006/main" noGrp="1"/>
          </p:cNvSpPr>
          <p:nvPr/>
        </p:nvSpPr>
        <p:spPr>
          <a:xfrm xmlns:a="http://schemas.openxmlformats.org/drawingml/2006/main">
            <a:off x="6126480" y="3602736"/>
            <a:ext cx="2377440" cy="530352"/>
          </a:xfrm>
          <a:prstGeom xmlns:a="http://schemas.openxmlformats.org/drawingml/2006/main" prst="roundRect">
            <a:avLst>
              <a:gd name="adj" fmla="val 13793"/>
            </a:avLst>
          </a:prstGeom>
          <a:solidFill xmlns:a="http://schemas.openxmlformats.org/drawingml/2006/main">
            <a:srgbClr val="F3F4F6"/>
          </a:solidFill>
          <a:ln xmlns:a="http://schemas.openxmlformats.org/drawingml/2006/main" w="12700">
            <a:solidFill>
              <a:srgbClr val="6B7280"/>
            </a:solidFill>
            <a:prstDash val="dash"/>
          </a:ln>
        </p:spPr>
      </p:sp>
      <p:sp>
        <p:nvSpPr>
          <p:cNvPr id="29" name="Text 27">
            <a:extLst xmlns:a="http://schemas.openxmlformats.org/drawingml/2006/main">
              <a:ext uri="{FF2B5EF4-FFF2-40B4-BE49-F238E27FC236}">
                <a16:creationId xmlns:a16="http://schemas.microsoft.com/office/drawing/2014/main" id="{1EC0E2EC-4721-468C-A3ED-DAF81392EE94}"/>
              </a:ext>
            </a:extLst>
          </p:cNvPr>
          <p:cNvSpPr>
            <a:spLocks xmlns:a="http://schemas.openxmlformats.org/drawingml/2006/main" noGrp="1"/>
          </p:cNvSpPr>
          <p:nvPr/>
        </p:nvSpPr>
        <p:spPr>
          <a:xfrm xmlns:a="http://schemas.openxmlformats.org/drawingml/2006/main">
            <a:off x="6126480" y="3602736"/>
            <a:ext cx="237744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10000"/>
              </a:lnSpc>
              <a:buNone/>
            </a:pPr>
            <a:r>
              <a:rPr sz="1200" b="1">
                <a:solidFill>
                  <a:srgbClr val="374151"/>
                </a:solidFill>
                <a:latin typeface="Arial"/>
                <a:ea typeface="Arial"/>
                <a:cs typeface="Arial"/>
              </a:rPr>
              <a:t>Backlog</a:t>
            </a:r>
          </a:p>
          <a:p xmlns:a="http://schemas.openxmlformats.org/drawingml/2006/main">
            <a:pPr marL="0" indent="0" algn="ctr">
              <a:lnSpc>
                <a:spcPct val="110000"/>
              </a:lnSpc>
              <a:buNone/>
            </a:pPr>
            <a:r>
              <a:rPr sz="900" i="1">
                <a:solidFill>
                  <a:srgbClr val="6B7280"/>
                </a:solidFill>
                <a:latin typeface="Arial"/>
                <a:ea typeface="Arial"/>
                <a:cs typeface="Arial"/>
              </a:rPr>
              <a:t>Stories sequenced by dependency</a:t>
            </a:r>
          </a:p>
        </p:txBody>
      </p:sp>
      <p:sp>
        <p:nvSpPr>
          <p:cNvPr id="30" name="Shape 28">
            <a:extLst xmlns:a="http://schemas.openxmlformats.org/drawingml/2006/main">
              <a:ext uri="{FF2B5EF4-FFF2-40B4-BE49-F238E27FC236}">
                <a16:creationId xmlns:a16="http://schemas.microsoft.com/office/drawing/2014/main" id="{E2C0EA3C-DBAE-48C2-93FA-CA68CAC2C4FC}"/>
              </a:ext>
            </a:extLst>
          </p:cNvPr>
          <p:cNvSpPr>
            <a:spLocks xmlns:a="http://schemas.openxmlformats.org/drawingml/2006/main" noGrp="1"/>
          </p:cNvSpPr>
          <p:nvPr/>
        </p:nvSpPr>
        <p:spPr>
          <a:xfrm xmlns:a="http://schemas.openxmlformats.org/drawingml/2006/main">
            <a:off x="7315200" y="3163824"/>
            <a:ext cx="0" cy="420624"/>
          </a:xfrm>
          <a:prstGeom xmlns:a="http://schemas.openxmlformats.org/drawingml/2006/main" prst="line">
            <a:avLst/>
          </a:prstGeom>
          <a:noFill xmlns:a="http://schemas.openxmlformats.org/drawingml/2006/main"/>
          <a:ln xmlns:a="http://schemas.openxmlformats.org/drawingml/2006/main" w="19050">
            <a:solidFill>
              <a:srgbClr val="6B7280"/>
            </a:solidFill>
            <a:prstDash val="solid"/>
          </a:ln>
        </p:spPr>
      </p:sp>
      <p:sp>
        <p:nvSpPr>
          <p:cNvPr id="31" name="Text 29">
            <a:extLst xmlns:a="http://schemas.openxmlformats.org/drawingml/2006/main">
              <a:ext uri="{FF2B5EF4-FFF2-40B4-BE49-F238E27FC236}">
                <a16:creationId xmlns:a16="http://schemas.microsoft.com/office/drawing/2014/main" id="{1A236A7C-A691-4130-83FA-16AF8DA08318}"/>
              </a:ext>
            </a:extLst>
          </p:cNvPr>
          <p:cNvSpPr>
            <a:spLocks xmlns:a="http://schemas.openxmlformats.org/drawingml/2006/main" noGrp="1"/>
          </p:cNvSpPr>
          <p:nvPr/>
        </p:nvSpPr>
        <p:spPr>
          <a:xfrm xmlns:a="http://schemas.openxmlformats.org/drawingml/2006/main">
            <a:off x="7424928" y="3209544"/>
            <a:ext cx="34747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i="1">
                <a:solidFill>
                  <a:srgbClr val="6B7280"/>
                </a:solidFill>
                <a:latin typeface="Arial"/>
                <a:ea typeface="Arial"/>
                <a:cs typeface="Arial"/>
              </a:rPr>
              <a:t>dependency-ordered stories</a:t>
            </a:r>
          </a:p>
        </p:txBody>
      </p:sp>
      <p:sp>
        <p:nvSpPr>
          <p:cNvPr id="32" name="Shape 30">
            <a:extLst xmlns:a="http://schemas.openxmlformats.org/drawingml/2006/main">
              <a:ext uri="{FF2B5EF4-FFF2-40B4-BE49-F238E27FC236}">
                <a16:creationId xmlns:a16="http://schemas.microsoft.com/office/drawing/2014/main" id="{3A1CA93E-B3A9-4328-9C3B-00AC94BF47D4}"/>
              </a:ext>
            </a:extLst>
          </p:cNvPr>
          <p:cNvSpPr>
            <a:spLocks xmlns:a="http://schemas.openxmlformats.org/drawingml/2006/main" noGrp="1"/>
          </p:cNvSpPr>
          <p:nvPr/>
        </p:nvSpPr>
        <p:spPr>
          <a:xfrm xmlns:a="http://schemas.openxmlformats.org/drawingml/2006/main">
            <a:off x="7315200" y="4133088"/>
            <a:ext cx="0" cy="219456"/>
          </a:xfrm>
          <a:prstGeom xmlns:a="http://schemas.openxmlformats.org/drawingml/2006/main" prst="line">
            <a:avLst/>
          </a:prstGeom>
          <a:noFill xmlns:a="http://schemas.openxmlformats.org/drawingml/2006/main"/>
          <a:ln xmlns:a="http://schemas.openxmlformats.org/drawingml/2006/main" w="19050">
            <a:solidFill>
              <a:srgbClr val="6B7280"/>
            </a:solidFill>
            <a:prstDash val="solid"/>
          </a:ln>
        </p:spPr>
      </p:sp>
      <p:sp>
        <p:nvSpPr>
          <p:cNvPr id="33" name="Shape 31">
            <a:extLst xmlns:a="http://schemas.openxmlformats.org/drawingml/2006/main">
              <a:ext uri="{FF2B5EF4-FFF2-40B4-BE49-F238E27FC236}">
                <a16:creationId xmlns:a16="http://schemas.microsoft.com/office/drawing/2014/main" id="{440C95B4-120A-4DCE-9F24-D8BA53A23258}"/>
              </a:ext>
            </a:extLst>
          </p:cNvPr>
          <p:cNvSpPr>
            <a:spLocks xmlns:a="http://schemas.openxmlformats.org/drawingml/2006/main" noGrp="1"/>
          </p:cNvSpPr>
          <p:nvPr/>
        </p:nvSpPr>
        <p:spPr>
          <a:xfrm xmlns:a="http://schemas.openxmlformats.org/drawingml/2006/main">
            <a:off x="1691640" y="4352544"/>
            <a:ext cx="5623560" cy="0"/>
          </a:xfrm>
          <a:prstGeom xmlns:a="http://schemas.openxmlformats.org/drawingml/2006/main" prst="line">
            <a:avLst/>
          </a:prstGeom>
          <a:noFill xmlns:a="http://schemas.openxmlformats.org/drawingml/2006/main"/>
          <a:ln xmlns:a="http://schemas.openxmlformats.org/drawingml/2006/main" w="19050">
            <a:solidFill>
              <a:srgbClr val="6B7280"/>
            </a:solidFill>
            <a:prstDash val="solid"/>
          </a:ln>
        </p:spPr>
      </p:sp>
      <p:sp>
        <p:nvSpPr>
          <p:cNvPr id="34" name="Shape 32">
            <a:extLst xmlns:a="http://schemas.openxmlformats.org/drawingml/2006/main">
              <a:ext uri="{FF2B5EF4-FFF2-40B4-BE49-F238E27FC236}">
                <a16:creationId xmlns:a16="http://schemas.microsoft.com/office/drawing/2014/main" id="{16B04BD6-64C1-47E7-BC71-3E232924D4C1}"/>
              </a:ext>
            </a:extLst>
          </p:cNvPr>
          <p:cNvSpPr>
            <a:spLocks xmlns:a="http://schemas.openxmlformats.org/drawingml/2006/main" noGrp="1"/>
          </p:cNvSpPr>
          <p:nvPr/>
        </p:nvSpPr>
        <p:spPr>
          <a:xfrm xmlns:a="http://schemas.openxmlformats.org/drawingml/2006/main">
            <a:off x="1691640" y="4352544"/>
            <a:ext cx="0" cy="182880"/>
          </a:xfrm>
          <a:prstGeom xmlns:a="http://schemas.openxmlformats.org/drawingml/2006/main" prst="line">
            <a:avLst/>
          </a:prstGeom>
          <a:noFill xmlns:a="http://schemas.openxmlformats.org/drawingml/2006/main"/>
          <a:ln xmlns:a="http://schemas.openxmlformats.org/drawingml/2006/main" w="19050">
            <a:solidFill>
              <a:srgbClr val="6B7280"/>
            </a:solidFill>
            <a:prstDash val="solid"/>
          </a:ln>
        </p:spPr>
      </p:sp>
      <p:sp>
        <p:nvSpPr>
          <p:cNvPr id="35" name="Text 33">
            <a:extLst xmlns:a="http://schemas.openxmlformats.org/drawingml/2006/main">
              <a:ext uri="{FF2B5EF4-FFF2-40B4-BE49-F238E27FC236}">
                <a16:creationId xmlns:a16="http://schemas.microsoft.com/office/drawing/2014/main" id="{C58A072C-25CD-4D08-8248-1D91A6C84495}"/>
              </a:ext>
            </a:extLst>
          </p:cNvPr>
          <p:cNvSpPr>
            <a:spLocks xmlns:a="http://schemas.openxmlformats.org/drawingml/2006/main" noGrp="1"/>
          </p:cNvSpPr>
          <p:nvPr/>
        </p:nvSpPr>
        <p:spPr>
          <a:xfrm xmlns:a="http://schemas.openxmlformats.org/drawingml/2006/main">
            <a:off x="1874520" y="4078224"/>
            <a:ext cx="210312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b"/>
          <a:lstStyle xmlns:a="http://schemas.openxmlformats.org/drawingml/2006/main"/>
          <a:p xmlns:a="http://schemas.openxmlformats.org/drawingml/2006/main">
            <a:pPr marL="0" indent="0" algn="l">
              <a:buNone/>
            </a:pPr>
            <a:r>
              <a:rPr sz="900" i="1">
                <a:solidFill>
                  <a:srgbClr val="6B7280"/>
                </a:solidFill>
                <a:latin typeface="Arial"/>
                <a:ea typeface="Arial"/>
                <a:cs typeface="Arial"/>
              </a:rPr>
              <a:t>backlog item or story / spec</a:t>
            </a:r>
          </a:p>
        </p:txBody>
      </p:sp>
      <p:sp>
        <p:nvSpPr>
          <p:cNvPr id="36" name="Shape 34">
            <a:extLst xmlns:a="http://schemas.openxmlformats.org/drawingml/2006/main">
              <a:ext uri="{FF2B5EF4-FFF2-40B4-BE49-F238E27FC236}">
                <a16:creationId xmlns:a16="http://schemas.microsoft.com/office/drawing/2014/main" id="{698E7BF5-4AD9-40EC-807E-17368FD6C29A}"/>
              </a:ext>
            </a:extLst>
          </p:cNvPr>
          <p:cNvSpPr>
            <a:spLocks xmlns:a="http://schemas.openxmlformats.org/drawingml/2006/main" noGrp="1"/>
          </p:cNvSpPr>
          <p:nvPr/>
        </p:nvSpPr>
        <p:spPr>
          <a:xfrm xmlns:a="http://schemas.openxmlformats.org/drawingml/2006/main">
            <a:off x="640080" y="4553712"/>
            <a:ext cx="2103120" cy="731520"/>
          </a:xfrm>
          <a:prstGeom xmlns:a="http://schemas.openxmlformats.org/drawingml/2006/main" prst="roundRect">
            <a:avLst>
              <a:gd name="adj" fmla="val 10000"/>
            </a:avLst>
          </a:prstGeom>
          <a:solidFill xmlns:a="http://schemas.openxmlformats.org/drawingml/2006/main">
            <a:srgbClr val="028090"/>
          </a:solidFill>
        </p:spPr>
      </p:sp>
      <p:sp>
        <p:nvSpPr>
          <p:cNvPr id="37" name="Text 35">
            <a:extLst xmlns:a="http://schemas.openxmlformats.org/drawingml/2006/main">
              <a:ext uri="{FF2B5EF4-FFF2-40B4-BE49-F238E27FC236}">
                <a16:creationId xmlns:a16="http://schemas.microsoft.com/office/drawing/2014/main" id="{ACF00C74-A05A-47EB-9BEE-073A8D0BFB5D}"/>
              </a:ext>
            </a:extLst>
          </p:cNvPr>
          <p:cNvSpPr>
            <a:spLocks xmlns:a="http://schemas.openxmlformats.org/drawingml/2006/main" noGrp="1"/>
          </p:cNvSpPr>
          <p:nvPr/>
        </p:nvSpPr>
        <p:spPr>
          <a:xfrm xmlns:a="http://schemas.openxmlformats.org/drawingml/2006/main">
            <a:off x="640080" y="4553712"/>
            <a:ext cx="21031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12000"/>
              </a:lnSpc>
              <a:buNone/>
            </a:pPr>
            <a:r>
              <a:rPr sz="1250" b="1">
                <a:solidFill>
                  <a:srgbClr val="FFFFFF"/>
                </a:solidFill>
                <a:latin typeface="Arial"/>
                <a:ea typeface="Arial"/>
                <a:cs typeface="Arial"/>
              </a:rPr>
              <a:t>Developer agent</a:t>
            </a:r>
          </a:p>
          <a:p xmlns:a="http://schemas.openxmlformats.org/drawingml/2006/main">
            <a:pPr marL="0" indent="0" algn="ctr">
              <a:lnSpc>
                <a:spcPct val="112000"/>
              </a:lnSpc>
              <a:buNone/>
            </a:pPr>
            <a:r>
              <a:rPr sz="850">
                <a:solidFill>
                  <a:srgbClr val="E5E7EB"/>
                </a:solidFill>
                <a:latin typeface="Arial"/>
                <a:ea typeface="Arial"/>
                <a:cs typeface="Arial"/>
              </a:rPr>
              <a:t>Code + pull request</a:t>
            </a:r>
          </a:p>
        </p:txBody>
      </p:sp>
      <p:sp>
        <p:nvSpPr>
          <p:cNvPr id="38" name="Shape 36">
            <a:extLst xmlns:a="http://schemas.openxmlformats.org/drawingml/2006/main">
              <a:ext uri="{FF2B5EF4-FFF2-40B4-BE49-F238E27FC236}">
                <a16:creationId xmlns:a16="http://schemas.microsoft.com/office/drawing/2014/main" id="{2331D026-05F0-4005-A0E8-918B2B29DD50}"/>
              </a:ext>
            </a:extLst>
          </p:cNvPr>
          <p:cNvSpPr>
            <a:spLocks xmlns:a="http://schemas.openxmlformats.org/drawingml/2006/main" noGrp="1"/>
          </p:cNvSpPr>
          <p:nvPr/>
        </p:nvSpPr>
        <p:spPr>
          <a:xfrm xmlns:a="http://schemas.openxmlformats.org/drawingml/2006/main">
            <a:off x="3200400" y="4553712"/>
            <a:ext cx="2103120" cy="731520"/>
          </a:xfrm>
          <a:prstGeom xmlns:a="http://schemas.openxmlformats.org/drawingml/2006/main" prst="roundRect">
            <a:avLst>
              <a:gd name="adj" fmla="val 10000"/>
            </a:avLst>
          </a:prstGeom>
          <a:solidFill xmlns:a="http://schemas.openxmlformats.org/drawingml/2006/main">
            <a:srgbClr val="028090"/>
          </a:solidFill>
        </p:spPr>
      </p:sp>
      <p:sp>
        <p:nvSpPr>
          <p:cNvPr id="39" name="Text 37">
            <a:extLst xmlns:a="http://schemas.openxmlformats.org/drawingml/2006/main">
              <a:ext uri="{FF2B5EF4-FFF2-40B4-BE49-F238E27FC236}">
                <a16:creationId xmlns:a16="http://schemas.microsoft.com/office/drawing/2014/main" id="{5D9E0DF9-F657-4F54-AB77-384DCD8759E5}"/>
              </a:ext>
            </a:extLst>
          </p:cNvPr>
          <p:cNvSpPr>
            <a:spLocks xmlns:a="http://schemas.openxmlformats.org/drawingml/2006/main" noGrp="1"/>
          </p:cNvSpPr>
          <p:nvPr/>
        </p:nvSpPr>
        <p:spPr>
          <a:xfrm xmlns:a="http://schemas.openxmlformats.org/drawingml/2006/main">
            <a:off x="3200400" y="4553712"/>
            <a:ext cx="21031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12000"/>
              </a:lnSpc>
              <a:buNone/>
            </a:pPr>
            <a:r>
              <a:rPr sz="1250" b="1">
                <a:solidFill>
                  <a:srgbClr val="FFFFFF"/>
                </a:solidFill>
                <a:latin typeface="Arial"/>
                <a:ea typeface="Arial"/>
                <a:cs typeface="Arial"/>
              </a:rPr>
              <a:t>Spec validation + Test</a:t>
            </a:r>
          </a:p>
          <a:p xmlns:a="http://schemas.openxmlformats.org/drawingml/2006/main">
            <a:pPr marL="0" indent="0" algn="ctr">
              <a:lnSpc>
                <a:spcPct val="112000"/>
              </a:lnSpc>
              <a:buNone/>
            </a:pPr>
            <a:r>
              <a:rPr sz="850">
                <a:solidFill>
                  <a:srgbClr val="E5E7EB"/>
                </a:solidFill>
                <a:latin typeface="Arial"/>
                <a:ea typeface="Arial"/>
                <a:cs typeface="Arial"/>
              </a:rPr>
              <a:t>Conformance + PASS / FAIL</a:t>
            </a:r>
          </a:p>
        </p:txBody>
      </p:sp>
      <p:sp>
        <p:nvSpPr>
          <p:cNvPr id="40" name="Shape 38">
            <a:extLst xmlns:a="http://schemas.openxmlformats.org/drawingml/2006/main">
              <a:ext uri="{FF2B5EF4-FFF2-40B4-BE49-F238E27FC236}">
                <a16:creationId xmlns:a16="http://schemas.microsoft.com/office/drawing/2014/main" id="{2493D46D-B0FD-4887-BAA3-AAB64707D999}"/>
              </a:ext>
            </a:extLst>
          </p:cNvPr>
          <p:cNvSpPr>
            <a:spLocks xmlns:a="http://schemas.openxmlformats.org/drawingml/2006/main" noGrp="1"/>
          </p:cNvSpPr>
          <p:nvPr/>
        </p:nvSpPr>
        <p:spPr>
          <a:xfrm xmlns:a="http://schemas.openxmlformats.org/drawingml/2006/main">
            <a:off x="5760720" y="4553712"/>
            <a:ext cx="2103120" cy="731520"/>
          </a:xfrm>
          <a:prstGeom xmlns:a="http://schemas.openxmlformats.org/drawingml/2006/main" prst="roundRect">
            <a:avLst>
              <a:gd name="adj" fmla="val 10000"/>
            </a:avLst>
          </a:prstGeom>
          <a:solidFill xmlns:a="http://schemas.openxmlformats.org/drawingml/2006/main">
            <a:srgbClr val="B85042"/>
          </a:solidFill>
        </p:spPr>
      </p:sp>
      <p:sp>
        <p:nvSpPr>
          <p:cNvPr id="41" name="Text 39">
            <a:extLst xmlns:a="http://schemas.openxmlformats.org/drawingml/2006/main">
              <a:ext uri="{FF2B5EF4-FFF2-40B4-BE49-F238E27FC236}">
                <a16:creationId xmlns:a16="http://schemas.microsoft.com/office/drawing/2014/main" id="{1438210B-2BA7-4DDC-A3CB-F2CE87A31CDB}"/>
              </a:ext>
            </a:extLst>
          </p:cNvPr>
          <p:cNvSpPr>
            <a:spLocks xmlns:a="http://schemas.openxmlformats.org/drawingml/2006/main" noGrp="1"/>
          </p:cNvSpPr>
          <p:nvPr/>
        </p:nvSpPr>
        <p:spPr>
          <a:xfrm xmlns:a="http://schemas.openxmlformats.org/drawingml/2006/main">
            <a:off x="5760720" y="4553712"/>
            <a:ext cx="21031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12000"/>
              </a:lnSpc>
              <a:buNone/>
            </a:pPr>
            <a:r>
              <a:rPr sz="1250" b="1">
                <a:solidFill>
                  <a:srgbClr val="FFFFFF"/>
                </a:solidFill>
                <a:latin typeface="Arial"/>
                <a:ea typeface="Arial"/>
                <a:cs typeface="Arial"/>
              </a:rPr>
              <a:t>Docs + Code review</a:t>
            </a:r>
          </a:p>
          <a:p xmlns:a="http://schemas.openxmlformats.org/drawingml/2006/main">
            <a:pPr marL="0" indent="0" algn="ctr">
              <a:lnSpc>
                <a:spcPct val="112000"/>
              </a:lnSpc>
              <a:buNone/>
            </a:pPr>
            <a:r>
              <a:rPr sz="850">
                <a:solidFill>
                  <a:srgbClr val="E5E7EB"/>
                </a:solidFill>
                <a:latin typeface="Arial"/>
                <a:ea typeface="Arial"/>
                <a:cs typeface="Arial"/>
              </a:rPr>
              <a:t>Docs after PASS + PR merge</a:t>
            </a:r>
          </a:p>
        </p:txBody>
      </p:sp>
      <p:sp>
        <p:nvSpPr>
          <p:cNvPr id="42" name="Shape 40">
            <a:extLst xmlns:a="http://schemas.openxmlformats.org/drawingml/2006/main">
              <a:ext uri="{FF2B5EF4-FFF2-40B4-BE49-F238E27FC236}">
                <a16:creationId xmlns:a16="http://schemas.microsoft.com/office/drawing/2014/main" id="{69C9E210-C27E-4DFB-A9EA-C6EC896F865F}"/>
              </a:ext>
            </a:extLst>
          </p:cNvPr>
          <p:cNvSpPr>
            <a:spLocks xmlns:a="http://schemas.openxmlformats.org/drawingml/2006/main" noGrp="1"/>
          </p:cNvSpPr>
          <p:nvPr/>
        </p:nvSpPr>
        <p:spPr>
          <a:xfrm xmlns:a="http://schemas.openxmlformats.org/drawingml/2006/main">
            <a:off x="8321040" y="4553712"/>
            <a:ext cx="2103120" cy="731520"/>
          </a:xfrm>
          <a:prstGeom xmlns:a="http://schemas.openxmlformats.org/drawingml/2006/main" prst="roundRect">
            <a:avLst>
              <a:gd name="adj" fmla="val 10000"/>
            </a:avLst>
          </a:prstGeom>
          <a:solidFill xmlns:a="http://schemas.openxmlformats.org/drawingml/2006/main">
            <a:srgbClr val="B85042"/>
          </a:solidFill>
        </p:spPr>
      </p:sp>
      <p:sp>
        <p:nvSpPr>
          <p:cNvPr id="43" name="Text 41">
            <a:extLst xmlns:a="http://schemas.openxmlformats.org/drawingml/2006/main">
              <a:ext uri="{FF2B5EF4-FFF2-40B4-BE49-F238E27FC236}">
                <a16:creationId xmlns:a16="http://schemas.microsoft.com/office/drawing/2014/main" id="{060172B9-DEF5-4AF6-94B4-E0829AF461E4}"/>
              </a:ext>
            </a:extLst>
          </p:cNvPr>
          <p:cNvSpPr>
            <a:spLocks xmlns:a="http://schemas.openxmlformats.org/drawingml/2006/main" noGrp="1"/>
          </p:cNvSpPr>
          <p:nvPr/>
        </p:nvSpPr>
        <p:spPr>
          <a:xfrm xmlns:a="http://schemas.openxmlformats.org/drawingml/2006/main">
            <a:off x="8321040" y="4553712"/>
            <a:ext cx="21031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12000"/>
              </a:lnSpc>
              <a:buNone/>
            </a:pPr>
            <a:r>
              <a:rPr sz="1250" b="1">
                <a:solidFill>
                  <a:srgbClr val="FFFFFF"/>
                </a:solidFill>
                <a:latin typeface="Arial"/>
                <a:ea typeface="Arial"/>
                <a:cs typeface="Arial"/>
              </a:rPr>
              <a:t>Deployment agent</a:t>
            </a:r>
          </a:p>
          <a:p xmlns:a="http://schemas.openxmlformats.org/drawingml/2006/main">
            <a:pPr marL="0" indent="0" algn="ctr">
              <a:lnSpc>
                <a:spcPct val="112000"/>
              </a:lnSpc>
              <a:buNone/>
            </a:pPr>
            <a:r>
              <a:rPr sz="850">
                <a:solidFill>
                  <a:srgbClr val="E5E7EB"/>
                </a:solidFill>
                <a:latin typeface="Arial"/>
                <a:ea typeface="Arial"/>
                <a:cs typeface="Arial"/>
              </a:rPr>
              <a:t>Release config + scripts</a:t>
            </a:r>
          </a:p>
        </p:txBody>
      </p:sp>
      <p:sp>
        <p:nvSpPr>
          <p:cNvPr id="44" name="Shape 42">
            <a:extLst xmlns:a="http://schemas.openxmlformats.org/drawingml/2006/main">
              <a:ext uri="{FF2B5EF4-FFF2-40B4-BE49-F238E27FC236}">
                <a16:creationId xmlns:a16="http://schemas.microsoft.com/office/drawing/2014/main" id="{C8418042-95E9-449F-BB93-65F38B27FD05}"/>
              </a:ext>
            </a:extLst>
          </p:cNvPr>
          <p:cNvSpPr>
            <a:spLocks xmlns:a="http://schemas.openxmlformats.org/drawingml/2006/main" noGrp="1"/>
          </p:cNvSpPr>
          <p:nvPr/>
        </p:nvSpPr>
        <p:spPr>
          <a:xfrm xmlns:a="http://schemas.openxmlformats.org/drawingml/2006/main">
            <a:off x="2743200" y="4919472"/>
            <a:ext cx="438912" cy="0"/>
          </a:xfrm>
          <a:prstGeom xmlns:a="http://schemas.openxmlformats.org/drawingml/2006/main" prst="line">
            <a:avLst/>
          </a:prstGeom>
          <a:noFill xmlns:a="http://schemas.openxmlformats.org/drawingml/2006/main"/>
          <a:ln xmlns:a="http://schemas.openxmlformats.org/drawingml/2006/main" w="19050">
            <a:solidFill>
              <a:srgbClr val="6B7280"/>
            </a:solidFill>
            <a:prstDash val="solid"/>
          </a:ln>
        </p:spPr>
      </p:sp>
      <p:sp>
        <p:nvSpPr>
          <p:cNvPr id="45" name="Text 43">
            <a:extLst xmlns:a="http://schemas.openxmlformats.org/drawingml/2006/main">
              <a:ext uri="{FF2B5EF4-FFF2-40B4-BE49-F238E27FC236}">
                <a16:creationId xmlns:a16="http://schemas.microsoft.com/office/drawing/2014/main" id="{73228B51-71A4-45B7-99DC-D931D4C44F10}"/>
              </a:ext>
            </a:extLst>
          </p:cNvPr>
          <p:cNvSpPr>
            <a:spLocks xmlns:a="http://schemas.openxmlformats.org/drawingml/2006/main" noGrp="1"/>
          </p:cNvSpPr>
          <p:nvPr/>
        </p:nvSpPr>
        <p:spPr>
          <a:xfrm xmlns:a="http://schemas.openxmlformats.org/drawingml/2006/main">
            <a:off x="2414016" y="4636008"/>
            <a:ext cx="10972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b"/>
          <a:lstStyle xmlns:a="http://schemas.openxmlformats.org/drawingml/2006/main"/>
          <a:p xmlns:a="http://schemas.openxmlformats.org/drawingml/2006/main">
            <a:pPr marL="0" indent="0" algn="ctr">
              <a:buNone/>
            </a:pPr>
            <a:r>
              <a:rPr sz="900" i="1">
                <a:solidFill>
                  <a:srgbClr val="6B7280"/>
                </a:solidFill>
                <a:latin typeface="Arial"/>
                <a:ea typeface="Arial"/>
                <a:cs typeface="Arial"/>
              </a:rPr>
              <a:t>candidate</a:t>
            </a:r>
          </a:p>
        </p:txBody>
      </p:sp>
      <p:sp>
        <p:nvSpPr>
          <p:cNvPr id="46" name="Shape 44">
            <a:extLst xmlns:a="http://schemas.openxmlformats.org/drawingml/2006/main">
              <a:ext uri="{FF2B5EF4-FFF2-40B4-BE49-F238E27FC236}">
                <a16:creationId xmlns:a16="http://schemas.microsoft.com/office/drawing/2014/main" id="{B8634778-38C8-4DDD-AB23-615E65BF886D}"/>
              </a:ext>
            </a:extLst>
          </p:cNvPr>
          <p:cNvSpPr>
            <a:spLocks xmlns:a="http://schemas.openxmlformats.org/drawingml/2006/main" noGrp="1"/>
          </p:cNvSpPr>
          <p:nvPr/>
        </p:nvSpPr>
        <p:spPr>
          <a:xfrm xmlns:a="http://schemas.openxmlformats.org/drawingml/2006/main">
            <a:off x="5303520" y="4919472"/>
            <a:ext cx="438912" cy="0"/>
          </a:xfrm>
          <a:prstGeom xmlns:a="http://schemas.openxmlformats.org/drawingml/2006/main" prst="line">
            <a:avLst/>
          </a:prstGeom>
          <a:noFill xmlns:a="http://schemas.openxmlformats.org/drawingml/2006/main"/>
          <a:ln xmlns:a="http://schemas.openxmlformats.org/drawingml/2006/main" w="19050">
            <a:solidFill>
              <a:srgbClr val="6B7280"/>
            </a:solidFill>
            <a:prstDash val="solid"/>
          </a:ln>
        </p:spPr>
      </p:sp>
      <p:sp>
        <p:nvSpPr>
          <p:cNvPr id="47" name="Text 45">
            <a:extLst xmlns:a="http://schemas.openxmlformats.org/drawingml/2006/main">
              <a:ext uri="{FF2B5EF4-FFF2-40B4-BE49-F238E27FC236}">
                <a16:creationId xmlns:a16="http://schemas.microsoft.com/office/drawing/2014/main" id="{7C4F3B32-16F0-4542-9334-0F0E24F746B7}"/>
              </a:ext>
            </a:extLst>
          </p:cNvPr>
          <p:cNvSpPr>
            <a:spLocks xmlns:a="http://schemas.openxmlformats.org/drawingml/2006/main" noGrp="1"/>
          </p:cNvSpPr>
          <p:nvPr/>
        </p:nvSpPr>
        <p:spPr>
          <a:xfrm xmlns:a="http://schemas.openxmlformats.org/drawingml/2006/main">
            <a:off x="4974336" y="4636008"/>
            <a:ext cx="10972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b"/>
          <a:lstStyle xmlns:a="http://schemas.openxmlformats.org/drawingml/2006/main"/>
          <a:p xmlns:a="http://schemas.openxmlformats.org/drawingml/2006/main">
            <a:pPr marL="0" indent="0" algn="ctr">
              <a:buNone/>
            </a:pPr>
            <a:r>
              <a:rPr sz="900" i="1">
                <a:solidFill>
                  <a:srgbClr val="6B7280"/>
                </a:solidFill>
                <a:latin typeface="Arial"/>
                <a:ea typeface="Arial"/>
                <a:cs typeface="Arial"/>
              </a:rPr>
              <a:t>PASS + docs</a:t>
            </a:r>
          </a:p>
        </p:txBody>
      </p:sp>
      <p:sp>
        <p:nvSpPr>
          <p:cNvPr id="48" name="Shape 46">
            <a:extLst xmlns:a="http://schemas.openxmlformats.org/drawingml/2006/main">
              <a:ext uri="{FF2B5EF4-FFF2-40B4-BE49-F238E27FC236}">
                <a16:creationId xmlns:a16="http://schemas.microsoft.com/office/drawing/2014/main" id="{EACC7450-51A9-4EC3-961F-2FD17FA3FA4F}"/>
              </a:ext>
            </a:extLst>
          </p:cNvPr>
          <p:cNvSpPr>
            <a:spLocks xmlns:a="http://schemas.openxmlformats.org/drawingml/2006/main" noGrp="1"/>
          </p:cNvSpPr>
          <p:nvPr/>
        </p:nvSpPr>
        <p:spPr>
          <a:xfrm xmlns:a="http://schemas.openxmlformats.org/drawingml/2006/main">
            <a:off x="7863840" y="4919472"/>
            <a:ext cx="438912" cy="0"/>
          </a:xfrm>
          <a:prstGeom xmlns:a="http://schemas.openxmlformats.org/drawingml/2006/main" prst="line">
            <a:avLst/>
          </a:prstGeom>
          <a:noFill xmlns:a="http://schemas.openxmlformats.org/drawingml/2006/main"/>
          <a:ln xmlns:a="http://schemas.openxmlformats.org/drawingml/2006/main" w="19050">
            <a:solidFill>
              <a:srgbClr val="6B7280"/>
            </a:solidFill>
            <a:prstDash val="solid"/>
          </a:ln>
        </p:spPr>
      </p:sp>
      <p:sp>
        <p:nvSpPr>
          <p:cNvPr id="49" name="Text 47">
            <a:extLst xmlns:a="http://schemas.openxmlformats.org/drawingml/2006/main">
              <a:ext uri="{FF2B5EF4-FFF2-40B4-BE49-F238E27FC236}">
                <a16:creationId xmlns:a16="http://schemas.microsoft.com/office/drawing/2014/main" id="{EE81DC0F-1762-40E7-B63D-41D19FEF7D10}"/>
              </a:ext>
            </a:extLst>
          </p:cNvPr>
          <p:cNvSpPr>
            <a:spLocks xmlns:a="http://schemas.openxmlformats.org/drawingml/2006/main" noGrp="1"/>
          </p:cNvSpPr>
          <p:nvPr/>
        </p:nvSpPr>
        <p:spPr>
          <a:xfrm xmlns:a="http://schemas.openxmlformats.org/drawingml/2006/main">
            <a:off x="7534656" y="4636008"/>
            <a:ext cx="10972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b"/>
          <a:lstStyle xmlns:a="http://schemas.openxmlformats.org/drawingml/2006/main"/>
          <a:p xmlns:a="http://schemas.openxmlformats.org/drawingml/2006/main">
            <a:pPr marL="0" indent="0" algn="ctr">
              <a:buNone/>
            </a:pPr>
            <a:r>
              <a:rPr sz="900" i="1">
                <a:solidFill>
                  <a:srgbClr val="6B7280"/>
                </a:solidFill>
                <a:latin typeface="Arial"/>
                <a:ea typeface="Arial"/>
                <a:cs typeface="Arial"/>
              </a:rPr>
              <a:t>PR merge</a:t>
            </a:r>
          </a:p>
        </p:txBody>
      </p:sp>
      <p:sp>
        <p:nvSpPr>
          <p:cNvPr id="50" name="Shape 48">
            <a:extLst xmlns:a="http://schemas.openxmlformats.org/drawingml/2006/main">
              <a:ext uri="{FF2B5EF4-FFF2-40B4-BE49-F238E27FC236}">
                <a16:creationId xmlns:a16="http://schemas.microsoft.com/office/drawing/2014/main" id="{06B85637-AC43-42F0-853D-AE7C7A998320}"/>
              </a:ext>
            </a:extLst>
          </p:cNvPr>
          <p:cNvSpPr>
            <a:spLocks xmlns:a="http://schemas.openxmlformats.org/drawingml/2006/main" noGrp="1"/>
          </p:cNvSpPr>
          <p:nvPr/>
        </p:nvSpPr>
        <p:spPr>
          <a:xfrm xmlns:a="http://schemas.openxmlformats.org/drawingml/2006/main">
            <a:off x="10744200" y="4663440"/>
            <a:ext cx="1051560" cy="512064"/>
          </a:xfrm>
          <a:prstGeom xmlns:a="http://schemas.openxmlformats.org/drawingml/2006/main" prst="roundRect">
            <a:avLst>
              <a:gd name="adj" fmla="val 50000"/>
            </a:avLst>
          </a:prstGeom>
          <a:solidFill xmlns:a="http://schemas.openxmlformats.org/drawingml/2006/main">
            <a:srgbClr val="2C5F2D"/>
          </a:solidFill>
        </p:spPr>
      </p:sp>
      <p:sp>
        <p:nvSpPr>
          <p:cNvPr id="51" name="Text 49">
            <a:extLst xmlns:a="http://schemas.openxmlformats.org/drawingml/2006/main">
              <a:ext uri="{FF2B5EF4-FFF2-40B4-BE49-F238E27FC236}">
                <a16:creationId xmlns:a16="http://schemas.microsoft.com/office/drawing/2014/main" id="{E51B3B10-0C28-42C2-9897-6546792A987B}"/>
              </a:ext>
            </a:extLst>
          </p:cNvPr>
          <p:cNvSpPr>
            <a:spLocks xmlns:a="http://schemas.openxmlformats.org/drawingml/2006/main" noGrp="1"/>
          </p:cNvSpPr>
          <p:nvPr/>
        </p:nvSpPr>
        <p:spPr>
          <a:xfrm xmlns:a="http://schemas.openxmlformats.org/drawingml/2006/main">
            <a:off x="10744200" y="4663440"/>
            <a:ext cx="105156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Arial"/>
                <a:ea typeface="Arial"/>
                <a:cs typeface="Arial"/>
              </a:rPr>
              <a:t>Live</a:t>
            </a:r>
          </a:p>
        </p:txBody>
      </p:sp>
      <p:sp>
        <p:nvSpPr>
          <p:cNvPr id="52" name="Shape 50">
            <a:extLst xmlns:a="http://schemas.openxmlformats.org/drawingml/2006/main">
              <a:ext uri="{FF2B5EF4-FFF2-40B4-BE49-F238E27FC236}">
                <a16:creationId xmlns:a16="http://schemas.microsoft.com/office/drawing/2014/main" id="{8128E445-4AF7-4680-9AD3-CE4AAF936C4F}"/>
              </a:ext>
            </a:extLst>
          </p:cNvPr>
          <p:cNvSpPr>
            <a:spLocks xmlns:a="http://schemas.openxmlformats.org/drawingml/2006/main" noGrp="1"/>
          </p:cNvSpPr>
          <p:nvPr/>
        </p:nvSpPr>
        <p:spPr>
          <a:xfrm xmlns:a="http://schemas.openxmlformats.org/drawingml/2006/main">
            <a:off x="10424160" y="4919472"/>
            <a:ext cx="301752" cy="0"/>
          </a:xfrm>
          <a:prstGeom xmlns:a="http://schemas.openxmlformats.org/drawingml/2006/main" prst="line">
            <a:avLst/>
          </a:prstGeom>
          <a:noFill xmlns:a="http://schemas.openxmlformats.org/drawingml/2006/main"/>
          <a:ln xmlns:a="http://schemas.openxmlformats.org/drawingml/2006/main" w="19050">
            <a:solidFill>
              <a:srgbClr val="6B7280"/>
            </a:solidFill>
            <a:prstDash val="solid"/>
          </a:ln>
        </p:spPr>
      </p:sp>
      <p:sp>
        <p:nvSpPr>
          <p:cNvPr id="53" name="Shape 51">
            <a:extLst xmlns:a="http://schemas.openxmlformats.org/drawingml/2006/main">
              <a:ext uri="{FF2B5EF4-FFF2-40B4-BE49-F238E27FC236}">
                <a16:creationId xmlns:a16="http://schemas.microsoft.com/office/drawing/2014/main" id="{E8A4E0EB-FC81-4CFC-B6C9-7FB0B3D15E66}"/>
              </a:ext>
            </a:extLst>
          </p:cNvPr>
          <p:cNvSpPr>
            <a:spLocks xmlns:a="http://schemas.openxmlformats.org/drawingml/2006/main" noGrp="1"/>
          </p:cNvSpPr>
          <p:nvPr/>
        </p:nvSpPr>
        <p:spPr>
          <a:xfrm xmlns:a="http://schemas.openxmlformats.org/drawingml/2006/main">
            <a:off x="4251960" y="5285232"/>
            <a:ext cx="0" cy="292608"/>
          </a:xfrm>
          <a:prstGeom xmlns:a="http://schemas.openxmlformats.org/drawingml/2006/main" prst="line">
            <a:avLst/>
          </a:prstGeom>
          <a:noFill xmlns:a="http://schemas.openxmlformats.org/drawingml/2006/main"/>
          <a:ln xmlns:a="http://schemas.openxmlformats.org/drawingml/2006/main" w="15875">
            <a:solidFill>
              <a:srgbClr val="9CA3AF"/>
            </a:solidFill>
            <a:prstDash val="dash"/>
          </a:ln>
        </p:spPr>
      </p:sp>
      <p:sp>
        <p:nvSpPr>
          <p:cNvPr id="54" name="Shape 52">
            <a:extLst xmlns:a="http://schemas.openxmlformats.org/drawingml/2006/main">
              <a:ext uri="{FF2B5EF4-FFF2-40B4-BE49-F238E27FC236}">
                <a16:creationId xmlns:a16="http://schemas.microsoft.com/office/drawing/2014/main" id="{936C01AB-DB54-4556-B050-CFBE500A21CE}"/>
              </a:ext>
            </a:extLst>
          </p:cNvPr>
          <p:cNvSpPr>
            <a:spLocks xmlns:a="http://schemas.openxmlformats.org/drawingml/2006/main" noGrp="1"/>
          </p:cNvSpPr>
          <p:nvPr/>
        </p:nvSpPr>
        <p:spPr>
          <a:xfrm xmlns:a="http://schemas.openxmlformats.org/drawingml/2006/main">
            <a:off x="1874520" y="5577840"/>
            <a:ext cx="2377440" cy="0"/>
          </a:xfrm>
          <a:prstGeom xmlns:a="http://schemas.openxmlformats.org/drawingml/2006/main" prst="line">
            <a:avLst/>
          </a:prstGeom>
          <a:noFill xmlns:a="http://schemas.openxmlformats.org/drawingml/2006/main"/>
          <a:ln xmlns:a="http://schemas.openxmlformats.org/drawingml/2006/main" w="15875">
            <a:solidFill>
              <a:srgbClr val="9CA3AF"/>
            </a:solidFill>
            <a:prstDash val="dash"/>
          </a:ln>
        </p:spPr>
      </p:sp>
      <p:sp>
        <p:nvSpPr>
          <p:cNvPr id="55" name="Shape 53">
            <a:extLst xmlns:a="http://schemas.openxmlformats.org/drawingml/2006/main">
              <a:ext uri="{FF2B5EF4-FFF2-40B4-BE49-F238E27FC236}">
                <a16:creationId xmlns:a16="http://schemas.microsoft.com/office/drawing/2014/main" id="{085CC7BC-92E2-47F6-873E-A64C523F9F3C}"/>
              </a:ext>
            </a:extLst>
          </p:cNvPr>
          <p:cNvSpPr>
            <a:spLocks xmlns:a="http://schemas.openxmlformats.org/drawingml/2006/main" noGrp="1"/>
          </p:cNvSpPr>
          <p:nvPr/>
        </p:nvSpPr>
        <p:spPr>
          <a:xfrm xmlns:a="http://schemas.openxmlformats.org/drawingml/2006/main">
            <a:off x="1874520" y="5303520"/>
            <a:ext cx="0" cy="274320"/>
          </a:xfrm>
          <a:prstGeom xmlns:a="http://schemas.openxmlformats.org/drawingml/2006/main" prst="line">
            <a:avLst/>
          </a:prstGeom>
          <a:noFill xmlns:a="http://schemas.openxmlformats.org/drawingml/2006/main"/>
          <a:ln xmlns:a="http://schemas.openxmlformats.org/drawingml/2006/main" w="15875">
            <a:solidFill>
              <a:srgbClr val="9CA3AF"/>
            </a:solidFill>
            <a:prstDash val="dash"/>
          </a:ln>
        </p:spPr>
      </p:sp>
      <p:sp>
        <p:nvSpPr>
          <p:cNvPr id="56" name="Text 54">
            <a:extLst xmlns:a="http://schemas.openxmlformats.org/drawingml/2006/main">
              <a:ext uri="{FF2B5EF4-FFF2-40B4-BE49-F238E27FC236}">
                <a16:creationId xmlns:a16="http://schemas.microsoft.com/office/drawing/2014/main" id="{86A1DE63-F672-47A9-8A48-1B293653D3B6}"/>
              </a:ext>
            </a:extLst>
          </p:cNvPr>
          <p:cNvSpPr>
            <a:spLocks xmlns:a="http://schemas.openxmlformats.org/drawingml/2006/main" noGrp="1"/>
          </p:cNvSpPr>
          <p:nvPr/>
        </p:nvSpPr>
        <p:spPr>
          <a:xfrm xmlns:a="http://schemas.openxmlformats.org/drawingml/2006/main">
            <a:off x="2651760" y="5586984"/>
            <a:ext cx="237744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900" i="1">
                <a:solidFill>
                  <a:srgbClr val="6B7280"/>
                </a:solidFill>
                <a:latin typeface="Arial"/>
                <a:ea typeface="Arial"/>
                <a:cs typeface="Arial"/>
              </a:rPr>
              <a:t>validation / tests fail</a:t>
            </a:r>
          </a:p>
        </p:txBody>
      </p:sp>
      <p:sp>
        <p:nvSpPr>
          <p:cNvPr id="57" name="Shape 55">
            <a:extLst xmlns:a="http://schemas.openxmlformats.org/drawingml/2006/main">
              <a:ext uri="{FF2B5EF4-FFF2-40B4-BE49-F238E27FC236}">
                <a16:creationId xmlns:a16="http://schemas.microsoft.com/office/drawing/2014/main" id="{1A015B76-B957-4C37-A3A0-E00CB6FE3CF5}"/>
              </a:ext>
            </a:extLst>
          </p:cNvPr>
          <p:cNvSpPr>
            <a:spLocks xmlns:a="http://schemas.openxmlformats.org/drawingml/2006/main" noGrp="1"/>
          </p:cNvSpPr>
          <p:nvPr/>
        </p:nvSpPr>
        <p:spPr>
          <a:xfrm xmlns:a="http://schemas.openxmlformats.org/drawingml/2006/main">
            <a:off x="6812280" y="5285232"/>
            <a:ext cx="0" cy="603504"/>
          </a:xfrm>
          <a:prstGeom xmlns:a="http://schemas.openxmlformats.org/drawingml/2006/main" prst="line">
            <a:avLst/>
          </a:prstGeom>
          <a:noFill xmlns:a="http://schemas.openxmlformats.org/drawingml/2006/main"/>
          <a:ln xmlns:a="http://schemas.openxmlformats.org/drawingml/2006/main" w="15875">
            <a:solidFill>
              <a:srgbClr val="9CA3AF"/>
            </a:solidFill>
            <a:prstDash val="dash"/>
          </a:ln>
        </p:spPr>
      </p:sp>
      <p:sp>
        <p:nvSpPr>
          <p:cNvPr id="58" name="Shape 56">
            <a:extLst xmlns:a="http://schemas.openxmlformats.org/drawingml/2006/main">
              <a:ext uri="{FF2B5EF4-FFF2-40B4-BE49-F238E27FC236}">
                <a16:creationId xmlns:a16="http://schemas.microsoft.com/office/drawing/2014/main" id="{39C7FEBE-E45B-4288-80C7-AAAD1AEF39A8}"/>
              </a:ext>
            </a:extLst>
          </p:cNvPr>
          <p:cNvSpPr>
            <a:spLocks xmlns:a="http://schemas.openxmlformats.org/drawingml/2006/main" noGrp="1"/>
          </p:cNvSpPr>
          <p:nvPr/>
        </p:nvSpPr>
        <p:spPr>
          <a:xfrm xmlns:a="http://schemas.openxmlformats.org/drawingml/2006/main">
            <a:off x="1463040" y="5888736"/>
            <a:ext cx="5349240" cy="0"/>
          </a:xfrm>
          <a:prstGeom xmlns:a="http://schemas.openxmlformats.org/drawingml/2006/main" prst="line">
            <a:avLst/>
          </a:prstGeom>
          <a:noFill xmlns:a="http://schemas.openxmlformats.org/drawingml/2006/main"/>
          <a:ln xmlns:a="http://schemas.openxmlformats.org/drawingml/2006/main" w="15875">
            <a:solidFill>
              <a:srgbClr val="9CA3AF"/>
            </a:solidFill>
            <a:prstDash val="dash"/>
          </a:ln>
        </p:spPr>
      </p:sp>
      <p:sp>
        <p:nvSpPr>
          <p:cNvPr id="59" name="Shape 57">
            <a:extLst xmlns:a="http://schemas.openxmlformats.org/drawingml/2006/main">
              <a:ext uri="{FF2B5EF4-FFF2-40B4-BE49-F238E27FC236}">
                <a16:creationId xmlns:a16="http://schemas.microsoft.com/office/drawing/2014/main" id="{DB32E889-5D95-4573-A802-635109275B42}"/>
              </a:ext>
            </a:extLst>
          </p:cNvPr>
          <p:cNvSpPr>
            <a:spLocks xmlns:a="http://schemas.openxmlformats.org/drawingml/2006/main" noGrp="1"/>
          </p:cNvSpPr>
          <p:nvPr/>
        </p:nvSpPr>
        <p:spPr>
          <a:xfrm xmlns:a="http://schemas.openxmlformats.org/drawingml/2006/main">
            <a:off x="1463040" y="5303520"/>
            <a:ext cx="0" cy="585216"/>
          </a:xfrm>
          <a:prstGeom xmlns:a="http://schemas.openxmlformats.org/drawingml/2006/main" prst="line">
            <a:avLst/>
          </a:prstGeom>
          <a:noFill xmlns:a="http://schemas.openxmlformats.org/drawingml/2006/main"/>
          <a:ln xmlns:a="http://schemas.openxmlformats.org/drawingml/2006/main" w="15875">
            <a:solidFill>
              <a:srgbClr val="9CA3AF"/>
            </a:solidFill>
            <a:prstDash val="dash"/>
          </a:ln>
        </p:spPr>
      </p:sp>
      <p:sp>
        <p:nvSpPr>
          <p:cNvPr id="60" name="Text 58">
            <a:extLst xmlns:a="http://schemas.openxmlformats.org/drawingml/2006/main">
              <a:ext uri="{FF2B5EF4-FFF2-40B4-BE49-F238E27FC236}">
                <a16:creationId xmlns:a16="http://schemas.microsoft.com/office/drawing/2014/main" id="{A5F5A3E9-A67B-4D0A-9198-5E4884B36D40}"/>
              </a:ext>
            </a:extLst>
          </p:cNvPr>
          <p:cNvSpPr>
            <a:spLocks xmlns:a="http://schemas.openxmlformats.org/drawingml/2006/main" noGrp="1"/>
          </p:cNvSpPr>
          <p:nvPr/>
        </p:nvSpPr>
        <p:spPr>
          <a:xfrm xmlns:a="http://schemas.openxmlformats.org/drawingml/2006/main">
            <a:off x="2926080" y="5897880"/>
            <a:ext cx="237744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900" i="1">
                <a:solidFill>
                  <a:srgbClr val="6B7280"/>
                </a:solidFill>
                <a:latin typeface="Arial"/>
                <a:ea typeface="Arial"/>
                <a:cs typeface="Arial"/>
              </a:rPr>
              <a:t>changes requested</a:t>
            </a:r>
          </a:p>
        </p:txBody>
      </p:sp>
      <p:sp>
        <p:nvSpPr>
          <p:cNvPr id="61" name="Shape 59">
            <a:extLst xmlns:a="http://schemas.openxmlformats.org/drawingml/2006/main">
              <a:ext uri="{FF2B5EF4-FFF2-40B4-BE49-F238E27FC236}">
                <a16:creationId xmlns:a16="http://schemas.microsoft.com/office/drawing/2014/main" id="{E6AE02D4-AAE6-4F04-8DDD-CE966D0AECA2}"/>
              </a:ext>
            </a:extLst>
          </p:cNvPr>
          <p:cNvSpPr>
            <a:spLocks xmlns:a="http://schemas.openxmlformats.org/drawingml/2006/main" noGrp="1"/>
          </p:cNvSpPr>
          <p:nvPr/>
        </p:nvSpPr>
        <p:spPr>
          <a:xfrm xmlns:a="http://schemas.openxmlformats.org/drawingml/2006/main">
            <a:off x="640080" y="6327648"/>
            <a:ext cx="182880" cy="182880"/>
          </a:xfrm>
          <a:prstGeom xmlns:a="http://schemas.openxmlformats.org/drawingml/2006/main" prst="roundRect">
            <a:avLst>
              <a:gd name="adj" fmla="val 20000"/>
            </a:avLst>
          </a:prstGeom>
          <a:solidFill xmlns:a="http://schemas.openxmlformats.org/drawingml/2006/main">
            <a:srgbClr val="1E2761"/>
          </a:solidFill>
        </p:spPr>
      </p:sp>
      <p:sp>
        <p:nvSpPr>
          <p:cNvPr id="62" name="Text 60">
            <a:extLst xmlns:a="http://schemas.openxmlformats.org/drawingml/2006/main">
              <a:ext uri="{FF2B5EF4-FFF2-40B4-BE49-F238E27FC236}">
                <a16:creationId xmlns:a16="http://schemas.microsoft.com/office/drawing/2014/main" id="{BC7F1554-B01C-46A5-85BE-19035B59881C}"/>
              </a:ext>
            </a:extLst>
          </p:cNvPr>
          <p:cNvSpPr>
            <a:spLocks xmlns:a="http://schemas.openxmlformats.org/drawingml/2006/main" noGrp="1"/>
          </p:cNvSpPr>
          <p:nvPr/>
        </p:nvSpPr>
        <p:spPr>
          <a:xfrm xmlns:a="http://schemas.openxmlformats.org/drawingml/2006/main">
            <a:off x="914400" y="6281928"/>
            <a:ext cx="822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50">
                <a:solidFill>
                  <a:srgbClr val="6B7280"/>
                </a:solidFill>
                <a:latin typeface="Arial"/>
                <a:ea typeface="Arial"/>
                <a:cs typeface="Arial"/>
              </a:rPr>
              <a:t>Definition</a:t>
            </a:r>
          </a:p>
        </p:txBody>
      </p:sp>
      <p:sp>
        <p:nvSpPr>
          <p:cNvPr id="63" name="Shape 61">
            <a:extLst xmlns:a="http://schemas.openxmlformats.org/drawingml/2006/main">
              <a:ext uri="{FF2B5EF4-FFF2-40B4-BE49-F238E27FC236}">
                <a16:creationId xmlns:a16="http://schemas.microsoft.com/office/drawing/2014/main" id="{8051875D-2106-4513-84F1-347376DA6CFC}"/>
              </a:ext>
            </a:extLst>
          </p:cNvPr>
          <p:cNvSpPr>
            <a:spLocks xmlns:a="http://schemas.openxmlformats.org/drawingml/2006/main" noGrp="1"/>
          </p:cNvSpPr>
          <p:nvPr/>
        </p:nvSpPr>
        <p:spPr>
          <a:xfrm xmlns:a="http://schemas.openxmlformats.org/drawingml/2006/main">
            <a:off x="1828800" y="6327648"/>
            <a:ext cx="182880" cy="182880"/>
          </a:xfrm>
          <a:prstGeom xmlns:a="http://schemas.openxmlformats.org/drawingml/2006/main" prst="roundRect">
            <a:avLst>
              <a:gd name="adj" fmla="val 20000"/>
            </a:avLst>
          </a:prstGeom>
          <a:solidFill xmlns:a="http://schemas.openxmlformats.org/drawingml/2006/main">
            <a:srgbClr val="028090"/>
          </a:solidFill>
        </p:spPr>
      </p:sp>
      <p:sp>
        <p:nvSpPr>
          <p:cNvPr id="64" name="Text 62">
            <a:extLst xmlns:a="http://schemas.openxmlformats.org/drawingml/2006/main">
              <a:ext uri="{FF2B5EF4-FFF2-40B4-BE49-F238E27FC236}">
                <a16:creationId xmlns:a16="http://schemas.microsoft.com/office/drawing/2014/main" id="{B5388B7F-C469-4503-870B-15F710F6282F}"/>
              </a:ext>
            </a:extLst>
          </p:cNvPr>
          <p:cNvSpPr>
            <a:spLocks xmlns:a="http://schemas.openxmlformats.org/drawingml/2006/main" noGrp="1"/>
          </p:cNvSpPr>
          <p:nvPr/>
        </p:nvSpPr>
        <p:spPr>
          <a:xfrm xmlns:a="http://schemas.openxmlformats.org/drawingml/2006/main">
            <a:off x="2103120" y="6281928"/>
            <a:ext cx="1188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50">
                <a:solidFill>
                  <a:srgbClr val="6B7280"/>
                </a:solidFill>
                <a:latin typeface="Arial"/>
                <a:ea typeface="Arial"/>
                <a:cs typeface="Arial"/>
              </a:rPr>
              <a:t>Build</a:t>
            </a:r>
          </a:p>
        </p:txBody>
      </p:sp>
      <p:sp>
        <p:nvSpPr>
          <p:cNvPr id="65" name="Shape 63">
            <a:extLst xmlns:a="http://schemas.openxmlformats.org/drawingml/2006/main">
              <a:ext uri="{FF2B5EF4-FFF2-40B4-BE49-F238E27FC236}">
                <a16:creationId xmlns:a16="http://schemas.microsoft.com/office/drawing/2014/main" id="{0730609E-7F47-443E-8ED3-80B8EE4BF14C}"/>
              </a:ext>
            </a:extLst>
          </p:cNvPr>
          <p:cNvSpPr>
            <a:spLocks xmlns:a="http://schemas.openxmlformats.org/drawingml/2006/main" noGrp="1"/>
          </p:cNvSpPr>
          <p:nvPr/>
        </p:nvSpPr>
        <p:spPr>
          <a:xfrm xmlns:a="http://schemas.openxmlformats.org/drawingml/2006/main">
            <a:off x="3566160" y="6327648"/>
            <a:ext cx="182880" cy="182880"/>
          </a:xfrm>
          <a:prstGeom xmlns:a="http://schemas.openxmlformats.org/drawingml/2006/main" prst="roundRect">
            <a:avLst>
              <a:gd name="adj" fmla="val 20000"/>
            </a:avLst>
          </a:prstGeom>
          <a:solidFill xmlns:a="http://schemas.openxmlformats.org/drawingml/2006/main">
            <a:srgbClr val="B85042"/>
          </a:solidFill>
        </p:spPr>
      </p:sp>
      <p:sp>
        <p:nvSpPr>
          <p:cNvPr id="66" name="Text 64">
            <a:extLst xmlns:a="http://schemas.openxmlformats.org/drawingml/2006/main">
              <a:ext uri="{FF2B5EF4-FFF2-40B4-BE49-F238E27FC236}">
                <a16:creationId xmlns:a16="http://schemas.microsoft.com/office/drawing/2014/main" id="{DBF09885-75CC-4604-85D4-89696CE4FD86}"/>
              </a:ext>
            </a:extLst>
          </p:cNvPr>
          <p:cNvSpPr>
            <a:spLocks xmlns:a="http://schemas.openxmlformats.org/drawingml/2006/main" noGrp="1"/>
          </p:cNvSpPr>
          <p:nvPr/>
        </p:nvSpPr>
        <p:spPr>
          <a:xfrm xmlns:a="http://schemas.openxmlformats.org/drawingml/2006/main">
            <a:off x="3840480" y="628192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50">
                <a:solidFill>
                  <a:srgbClr val="6B7280"/>
                </a:solidFill>
                <a:latin typeface="Arial"/>
                <a:ea typeface="Arial"/>
                <a:cs typeface="Arial"/>
              </a:rPr>
              <a:t>Assurance</a:t>
            </a:r>
          </a:p>
        </p:txBody>
      </p:sp>
      <p:sp>
        <p:nvSpPr>
          <p:cNvPr id="67" name="Shape 65">
            <a:extLst xmlns:a="http://schemas.openxmlformats.org/drawingml/2006/main">
              <a:ext uri="{FF2B5EF4-FFF2-40B4-BE49-F238E27FC236}">
                <a16:creationId xmlns:a16="http://schemas.microsoft.com/office/drawing/2014/main" id="{BE40A22B-F966-47A0-8247-DEB56CD641AC}"/>
              </a:ext>
            </a:extLst>
          </p:cNvPr>
          <p:cNvSpPr>
            <a:spLocks xmlns:a="http://schemas.openxmlformats.org/drawingml/2006/main" noGrp="1"/>
          </p:cNvSpPr>
          <p:nvPr/>
        </p:nvSpPr>
        <p:spPr>
          <a:xfrm xmlns:a="http://schemas.openxmlformats.org/drawingml/2006/main">
            <a:off x="4892040" y="6327648"/>
            <a:ext cx="182880" cy="182880"/>
          </a:xfrm>
          <a:prstGeom xmlns:a="http://schemas.openxmlformats.org/drawingml/2006/main" prst="roundRect">
            <a:avLst>
              <a:gd name="adj" fmla="val 20000"/>
            </a:avLst>
          </a:prstGeom>
          <a:solidFill xmlns:a="http://schemas.openxmlformats.org/drawingml/2006/main">
            <a:srgbClr val="2C5F2D"/>
          </a:solidFill>
        </p:spPr>
      </p:sp>
      <p:sp>
        <p:nvSpPr>
          <p:cNvPr id="68" name="Text 66">
            <a:extLst xmlns:a="http://schemas.openxmlformats.org/drawingml/2006/main">
              <a:ext uri="{FF2B5EF4-FFF2-40B4-BE49-F238E27FC236}">
                <a16:creationId xmlns:a16="http://schemas.microsoft.com/office/drawing/2014/main" id="{93DAACB6-950F-440C-9E85-465F5A7DAC33}"/>
              </a:ext>
            </a:extLst>
          </p:cNvPr>
          <p:cNvSpPr>
            <a:spLocks xmlns:a="http://schemas.openxmlformats.org/drawingml/2006/main" noGrp="1"/>
          </p:cNvSpPr>
          <p:nvPr/>
        </p:nvSpPr>
        <p:spPr>
          <a:xfrm xmlns:a="http://schemas.openxmlformats.org/drawingml/2006/main">
            <a:off x="5166360" y="6281928"/>
            <a:ext cx="1280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50">
                <a:solidFill>
                  <a:srgbClr val="6B7280"/>
                </a:solidFill>
                <a:latin typeface="Arial"/>
                <a:ea typeface="Arial"/>
                <a:cs typeface="Arial"/>
              </a:rPr>
              <a:t>Production</a:t>
            </a:r>
          </a:p>
        </p:txBody>
      </p:sp>
    </p:spTree>
    <p:extLst>
      <p:ext uri="{BB962C8B-B14F-4D97-AF65-F5344CB8AC3E}">
        <p14:creationId xmlns:p14="http://schemas.microsoft.com/office/powerpoint/2010/main" val="2050301492"/>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2026-09-19T13:59:08.9900000Z</dcterms:created>
  <dcterms:modified xsi:type="dcterms:W3CDTF">2026-09-19T13:59:08.9900000Z</dcterms:modified>
</coreProperties>
</file>